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Gestión de Proyectos con GitHub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GitHub Projects para MACI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Septiembre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1: Proyecto y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¿Qué intento lograr y por qué ahora?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Explicar el problema de MACI con los 18 hallazgos de la auditoría F0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682B4"/>
                </a:solidFill>
              </a:defRPr>
            </a:pPr>
            <a:r>
              <a:t>Nivel: Comprender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Resumen escrito en docs/curso-gestion/EVIDENCIA_CLASE_1.md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Leer AUDITORIA_F0.md y resumirla en 5 líneas. ¿Cuál es el hallazgo más crítico?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2: Spec y constitución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¿Qué escribo antes de programar?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Distinguir intención, plan y tarea en spec.md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2: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682B4"/>
                </a:solidFill>
              </a:defRPr>
            </a:pPr>
            <a:r>
              <a:t>Nivel: Comprender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Clasificación en un comentario de un issue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2: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Leer spec.md. Clasificar 5 garantías (Gxx) en: intención / plan / tarea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3: Épica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¿Cuál es el resultado grande?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Redactar una épica con resultado, alcance, métrica y riesgo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3: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Issue [E-3] creado en GitHub Projects con plantilla Epic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3: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Escribir E-3 (Curso confiable) en backlog.yaml con formato canonico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4: Historia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¿Qué necesita alguien, y para qué?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Redactar una historia que cumpla INVEST (Independiente, Negociable, Valiosa, Estimable, Pequeña, Verificable)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4: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Issue [H-3.1] con template de Historia, en Project backlog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4: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Escribir H-3.1 (Alinear numeración) bajo E-3. Verificar criterios INVEST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5: Criterios de aceptación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¿Cómo sé que quedó bien?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Escribir 3+ criterios de aceptación verificables en formato Dado/Cuando/Entonces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5: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Checklist con 3+ criterios en el issue H-3.1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5: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Agregar criterios a H-3.1. Formato: Dado &lt;contexto&gt;, cuando &lt;acción&gt;, entonces &lt;resultado observable&gt;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6: Issue y etiquetas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¿Dónde vive cada pieza de trabajo?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Crear un issue con plantilla, etiquetas tipo/prioridad/área y origen (H-xx / G-xx)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6: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Issue [BUG] en GitHub Projects con etiquetas correctas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6: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Crear un [BUG] para H-02 (rutas visual). Asignar etiquetas, prioridad, área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7: Tarea y sub-issue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¿En qué pasos concretos se divide?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Descomponer una historia en tareas de 1-8 horas y sub-tareas de &lt;1 hora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7: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AA520"/>
                </a:solidFill>
              </a:defRPr>
            </a:pPr>
            <a:r>
              <a:t>Nivel: Analizar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Árbol de sub-issues en GitHub con porcentaje de avance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7: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Tomar H-1.1 (Manifiesto único). Desglosarla en T-1.1.1, T-1.1.2, T-1.1.3, T-1.1.4. Crear sub-issues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8: Definición de Terminado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¿Cuándo algo está terminado de verdad?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Juzgar si un PR cumple la DoD: tests verdes, criterios marcados, cambios en spec/code/docs, cierre de issue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8: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143C"/>
                </a:solidFill>
              </a:defRPr>
            </a:pPr>
            <a:r>
              <a:t>Nivel: Evaluar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Revisión escrita (Aprobado / Cambios solicitados) en el PR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8: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Revisar un PR real de F3 (ej: fix/01-yaml-unicos). Checklist DoD del proyecto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9: Tablero y límite WIP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¿Por qué el trabajo se amontona?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Explicar con la Ley de Little por qué el trabajo se amontona cuando WIP es alto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9: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AA520"/>
                </a:solidFill>
              </a:defRPr>
            </a:pPr>
            <a:r>
              <a:t>Nivel: Analizar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Gráfico o tabla en docs/curso-gestion/EVIDENCIA_CLASE_9.md: Lead Time = WIP ÷ Throughput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9: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Ver Sprint 03 de MACI (3/9 visuales aprobados, 6 bloqueados). Calcular WIP real de esa semana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10: Roles y ceremonias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¿Quién decide qué y cuándo?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Asignar roles (Product Owner, Scrum Master, Equipo) y detectar el rol sin dueño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10: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682B4"/>
                </a:solidFill>
              </a:defRPr>
            </a:pPr>
            <a:r>
              <a:t>Nivel: Comprender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Tabla en README del Project (o issue de Rol faltante)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10: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Leer README del Project MACI. Tabla: rol → persona → responsabilidades. ¿Quién falta?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11: Iteraciones e hitos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¿Qué entra esta semana y qué entrega esta fecha?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Planificar una iteración respetando la velocidad del equipo y fecha de hito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11: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Iteración planificada en GitHub Projects: campo Iteración asignado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11: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Planificar iteración siguiente de MACI. Issues en el campo Iteración + Hito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12: Automatización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¿Qué se mueve solo?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Configurar workflows integrados y un CI mínimo para que tareas se muevan solas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12: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8B22"/>
                </a:solidFill>
              </a:defRPr>
            </a:pPr>
            <a:r>
              <a:t>Nivel: Aplicar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Screenshot: Issue que cambió de Status automáticamente tras PR fusionado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12: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Ver .github/workflows/ci.yml de MACI. Workflows integrados del Project. ¿Qué automático falta?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13: Métricas 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¿Voy bien o me desvío?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Calcular e interpretar avance, cycle time, throughput, SPI para detectar desviaciones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13: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C143C"/>
                </a:solidFill>
              </a:defRPr>
            </a:pPr>
            <a:r>
              <a:t>Nivel: Evaluar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Gráfico en Insights del Project (o Markdown con tablas de METRICAS.md)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13: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Ejecutar el script de METRICAS.md de MACI. Interpretar: ¿throughput es consistente? ¿SPI &gt; 1?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93264"/>
                </a:solidFill>
              </a:defRPr>
            </a:pPr>
            <a:r>
              <a:t>Clase 14: ADR, deuda y retrospectiva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1E1E"/>
                </a:solidFill>
              </a:defRPr>
            </a:pPr>
            <a:r>
              <a:t>❓ ¿Cómo aprende el proyecto de sus errores?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C3C3C"/>
                </a:solidFill>
              </a:defRPr>
            </a:pPr>
            <a:r>
              <a:t>Objetivo:</a:t>
            </a:r>
            <a:br/>
            <a:r>
              <a:t>Diseñar una regla nueva a partir de un bug real, o una decisión de arquitectura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14: Nivel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9400D3"/>
                </a:solidFill>
              </a:defRPr>
            </a:pPr>
            <a:r>
              <a:t>Nivel: Crear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C3C3C"/>
                </a:solidFill>
              </a:defRPr>
            </a:pPr>
            <a:r>
              <a:t>Evidencia:</a:t>
            </a:r>
            <a:br/>
            <a:r>
              <a:t>PR fusionado: ADR-00N o cambio en spec.md + changelog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3264"/>
                </a:solidFill>
              </a:defRPr>
            </a:pPr>
            <a:r>
              <a:t>Clase 14: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</a:defRPr>
            </a:pPr>
            <a:r>
              <a:t>✋ Tomar un bug de F3 (ej: H-08 construir_navegacion.py). Escribir ADR o regla nueva en spec.md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Mapa de Navegación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1: Proyecto y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2: Spec y constitución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3: Épica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4: Historia de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5: Criterios de aceptación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6: Issue y etiquetas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7: Tarea y sub-issue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8: Definición de Terminado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9: Tablero y límite WIP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10: Roles y ceremonias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11: Iteraciones e hitos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12: Automatización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13: Métricas e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DCDC"/>
                </a:solidFill>
              </a:defRPr>
            </a:pPr>
            <a:r>
              <a:t>Clase 14: ADR, deuda y retrospectiva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