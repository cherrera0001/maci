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df" ContentType="application/pdf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3.xml" ContentType="application/vnd.openxmlformats-officedocument.theme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theme/theme4.xml" ContentType="application/vnd.openxmlformats-officedocument.theme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theme/theme5.xml" ContentType="application/vnd.openxmlformats-officedocument.theme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theme/theme6.xml" ContentType="application/vnd.openxmlformats-officedocument.theme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theme/theme7.xml" ContentType="application/vnd.openxmlformats-officedocument.theme+xml"/>
  <Override PartName="/ppt/theme/theme8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98" r:id="rId2"/>
    <p:sldMasterId id="2147483710" r:id="rId3"/>
    <p:sldMasterId id="2147483723" r:id="rId4"/>
    <p:sldMasterId id="2147483737" r:id="rId5"/>
    <p:sldMasterId id="2147483845" r:id="rId6"/>
    <p:sldMasterId id="2147483862" r:id="rId7"/>
  </p:sldMasterIdLst>
  <p:notesMasterIdLst>
    <p:notesMasterId r:id="rId52"/>
  </p:notesMasterIdLst>
  <p:sldIdLst>
    <p:sldId id="257" r:id="rId8"/>
    <p:sldId id="1297" r:id="rId9"/>
    <p:sldId id="261" r:id="rId10"/>
    <p:sldId id="596" r:id="rId11"/>
    <p:sldId id="1337" r:id="rId12"/>
    <p:sldId id="1365" r:id="rId13"/>
    <p:sldId id="1290" r:id="rId14"/>
    <p:sldId id="1298" r:id="rId15"/>
    <p:sldId id="1404" r:id="rId16"/>
    <p:sldId id="1329" r:id="rId17"/>
    <p:sldId id="1358" r:id="rId18"/>
    <p:sldId id="1333" r:id="rId19"/>
    <p:sldId id="1328" r:id="rId20"/>
    <p:sldId id="1370" r:id="rId21"/>
    <p:sldId id="1345" r:id="rId22"/>
    <p:sldId id="1380" r:id="rId23"/>
    <p:sldId id="1405" r:id="rId24"/>
    <p:sldId id="1330" r:id="rId25"/>
    <p:sldId id="1374" r:id="rId26"/>
    <p:sldId id="1377" r:id="rId27"/>
    <p:sldId id="1375" r:id="rId28"/>
    <p:sldId id="1367" r:id="rId29"/>
    <p:sldId id="1346" r:id="rId30"/>
    <p:sldId id="1394" r:id="rId31"/>
    <p:sldId id="1387" r:id="rId32"/>
    <p:sldId id="1397" r:id="rId33"/>
    <p:sldId id="1398" r:id="rId34"/>
    <p:sldId id="1342" r:id="rId35"/>
    <p:sldId id="1399" r:id="rId36"/>
    <p:sldId id="1406" r:id="rId37"/>
    <p:sldId id="1331" r:id="rId38"/>
    <p:sldId id="1378" r:id="rId39"/>
    <p:sldId id="1388" r:id="rId40"/>
    <p:sldId id="1347" r:id="rId41"/>
    <p:sldId id="1407" r:id="rId42"/>
    <p:sldId id="1332" r:id="rId43"/>
    <p:sldId id="1384" r:id="rId44"/>
    <p:sldId id="1382" r:id="rId45"/>
    <p:sldId id="1385" r:id="rId46"/>
    <p:sldId id="1348" r:id="rId47"/>
    <p:sldId id="1364" r:id="rId48"/>
    <p:sldId id="1402" r:id="rId49"/>
    <p:sldId id="1338" r:id="rId50"/>
    <p:sldId id="1403" r:id="rId51"/>
  </p:sldIdLst>
  <p:sldSz cx="12192000" cy="6858000"/>
  <p:notesSz cx="6858000" cy="9144000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KRs que son" id="{151E1C01-6B94-49EE-94E3-093C5E649C16}">
          <p14:sldIdLst>
            <p14:sldId id="257"/>
            <p14:sldId id="1297"/>
          </p14:sldIdLst>
        </p14:section>
        <p14:section name="OKRs" id="{CE13B1C9-2BFD-4566-BEFB-08911742FDA4}">
          <p14:sldIdLst>
            <p14:sldId id="261"/>
            <p14:sldId id="596"/>
            <p14:sldId id="1337"/>
            <p14:sldId id="1365"/>
            <p14:sldId id="1290"/>
            <p14:sldId id="1298"/>
          </p14:sldIdLst>
        </p14:section>
        <p14:section name="Foco" id="{9C01A11D-B6D5-41BE-A68D-4E99BE83442E}">
          <p14:sldIdLst>
            <p14:sldId id="1404"/>
            <p14:sldId id="1329"/>
            <p14:sldId id="1358"/>
            <p14:sldId id="1333"/>
            <p14:sldId id="1328"/>
            <p14:sldId id="1370"/>
            <p14:sldId id="1345"/>
            <p14:sldId id="1380"/>
          </p14:sldIdLst>
        </p14:section>
        <p14:section name="Personas" id="{1D7E25E6-818C-4005-BA4D-504FF10F31EB}">
          <p14:sldIdLst>
            <p14:sldId id="1405"/>
            <p14:sldId id="1330"/>
            <p14:sldId id="1374"/>
            <p14:sldId id="1377"/>
            <p14:sldId id="1375"/>
            <p14:sldId id="1367"/>
            <p14:sldId id="1346"/>
            <p14:sldId id="1394"/>
            <p14:sldId id="1387"/>
            <p14:sldId id="1397"/>
            <p14:sldId id="1398"/>
            <p14:sldId id="1342"/>
            <p14:sldId id="1399"/>
          </p14:sldIdLst>
        </p14:section>
        <p14:section name="Seguimiento" id="{52E592E0-5B03-4754-ABF3-8B4E552425F9}">
          <p14:sldIdLst>
            <p14:sldId id="1406"/>
            <p14:sldId id="1331"/>
            <p14:sldId id="1378"/>
            <p14:sldId id="1388"/>
            <p14:sldId id="1347"/>
          </p14:sldIdLst>
        </p14:section>
        <p14:section name="Desafío" id="{6B86BC58-40F5-4904-88A4-7329499E67FC}">
          <p14:sldIdLst>
            <p14:sldId id="1407"/>
            <p14:sldId id="1332"/>
            <p14:sldId id="1384"/>
            <p14:sldId id="1382"/>
            <p14:sldId id="1385"/>
            <p14:sldId id="1348"/>
            <p14:sldId id="1364"/>
            <p14:sldId id="1402"/>
            <p14:sldId id="1338"/>
            <p14:sldId id="140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B50A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F81494C-E888-9840-8F80-DC16E7F4D9F3}" v="6" dt="2026-03-05T12:04:58.75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 horzBarState="maximized">
    <p:restoredLeft sz="15017" autoAdjust="0"/>
    <p:restoredTop sz="94660"/>
  </p:normalViewPr>
  <p:slideViewPr>
    <p:cSldViewPr snapToGrid="0">
      <p:cViewPr varScale="1">
        <p:scale>
          <a:sx n="122" d="100"/>
          <a:sy n="122" d="100"/>
        </p:scale>
        <p:origin x="232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6.xml"/><Relationship Id="rId18" Type="http://schemas.openxmlformats.org/officeDocument/2006/relationships/slide" Target="slides/slide11.xml"/><Relationship Id="rId26" Type="http://schemas.openxmlformats.org/officeDocument/2006/relationships/slide" Target="slides/slide19.xml"/><Relationship Id="rId39" Type="http://schemas.openxmlformats.org/officeDocument/2006/relationships/slide" Target="slides/slide32.xml"/><Relationship Id="rId21" Type="http://schemas.openxmlformats.org/officeDocument/2006/relationships/slide" Target="slides/slide14.xml"/><Relationship Id="rId34" Type="http://schemas.openxmlformats.org/officeDocument/2006/relationships/slide" Target="slides/slide27.xml"/><Relationship Id="rId42" Type="http://schemas.openxmlformats.org/officeDocument/2006/relationships/slide" Target="slides/slide35.xml"/><Relationship Id="rId47" Type="http://schemas.openxmlformats.org/officeDocument/2006/relationships/slide" Target="slides/slide40.xml"/><Relationship Id="rId50" Type="http://schemas.openxmlformats.org/officeDocument/2006/relationships/slide" Target="slides/slide43.xml"/><Relationship Id="rId55" Type="http://schemas.openxmlformats.org/officeDocument/2006/relationships/theme" Target="theme/theme1.xml"/><Relationship Id="rId7" Type="http://schemas.openxmlformats.org/officeDocument/2006/relationships/slideMaster" Target="slideMasters/slideMaster7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9.xml"/><Relationship Id="rId29" Type="http://schemas.openxmlformats.org/officeDocument/2006/relationships/slide" Target="slides/slide22.xml"/><Relationship Id="rId11" Type="http://schemas.openxmlformats.org/officeDocument/2006/relationships/slide" Target="slides/slide4.xml"/><Relationship Id="rId24" Type="http://schemas.openxmlformats.org/officeDocument/2006/relationships/slide" Target="slides/slide17.xml"/><Relationship Id="rId32" Type="http://schemas.openxmlformats.org/officeDocument/2006/relationships/slide" Target="slides/slide25.xml"/><Relationship Id="rId37" Type="http://schemas.openxmlformats.org/officeDocument/2006/relationships/slide" Target="slides/slide30.xml"/><Relationship Id="rId40" Type="http://schemas.openxmlformats.org/officeDocument/2006/relationships/slide" Target="slides/slide33.xml"/><Relationship Id="rId45" Type="http://schemas.openxmlformats.org/officeDocument/2006/relationships/slide" Target="slides/slide38.xml"/><Relationship Id="rId53" Type="http://schemas.openxmlformats.org/officeDocument/2006/relationships/presProps" Target="presProps.xml"/><Relationship Id="rId58" Type="http://schemas.microsoft.com/office/2015/10/relationships/revisionInfo" Target="revisionInfo.xml"/><Relationship Id="rId5" Type="http://schemas.openxmlformats.org/officeDocument/2006/relationships/slideMaster" Target="slideMasters/slideMaster5.xml"/><Relationship Id="rId19" Type="http://schemas.openxmlformats.org/officeDocument/2006/relationships/slide" Target="slides/slide12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2.xml"/><Relationship Id="rId14" Type="http://schemas.openxmlformats.org/officeDocument/2006/relationships/slide" Target="slides/slide7.xml"/><Relationship Id="rId22" Type="http://schemas.openxmlformats.org/officeDocument/2006/relationships/slide" Target="slides/slide15.xml"/><Relationship Id="rId27" Type="http://schemas.openxmlformats.org/officeDocument/2006/relationships/slide" Target="slides/slide20.xml"/><Relationship Id="rId30" Type="http://schemas.openxmlformats.org/officeDocument/2006/relationships/slide" Target="slides/slide23.xml"/><Relationship Id="rId35" Type="http://schemas.openxmlformats.org/officeDocument/2006/relationships/slide" Target="slides/slide28.xml"/><Relationship Id="rId43" Type="http://schemas.openxmlformats.org/officeDocument/2006/relationships/slide" Target="slides/slide36.xml"/><Relationship Id="rId48" Type="http://schemas.openxmlformats.org/officeDocument/2006/relationships/slide" Target="slides/slide41.xml"/><Relationship Id="rId56" Type="http://schemas.openxmlformats.org/officeDocument/2006/relationships/tableStyles" Target="tableStyles.xml"/><Relationship Id="rId8" Type="http://schemas.openxmlformats.org/officeDocument/2006/relationships/slide" Target="slides/slide1.xml"/><Relationship Id="rId51" Type="http://schemas.openxmlformats.org/officeDocument/2006/relationships/slide" Target="slides/slide44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5.xml"/><Relationship Id="rId17" Type="http://schemas.openxmlformats.org/officeDocument/2006/relationships/slide" Target="slides/slide10.xml"/><Relationship Id="rId25" Type="http://schemas.openxmlformats.org/officeDocument/2006/relationships/slide" Target="slides/slide18.xml"/><Relationship Id="rId33" Type="http://schemas.openxmlformats.org/officeDocument/2006/relationships/slide" Target="slides/slide26.xml"/><Relationship Id="rId38" Type="http://schemas.openxmlformats.org/officeDocument/2006/relationships/slide" Target="slides/slide31.xml"/><Relationship Id="rId46" Type="http://schemas.openxmlformats.org/officeDocument/2006/relationships/slide" Target="slides/slide39.xml"/><Relationship Id="rId20" Type="http://schemas.openxmlformats.org/officeDocument/2006/relationships/slide" Target="slides/slide13.xml"/><Relationship Id="rId41" Type="http://schemas.openxmlformats.org/officeDocument/2006/relationships/slide" Target="slides/slide34.xml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5" Type="http://schemas.openxmlformats.org/officeDocument/2006/relationships/slide" Target="slides/slide8.xml"/><Relationship Id="rId23" Type="http://schemas.openxmlformats.org/officeDocument/2006/relationships/slide" Target="slides/slide16.xml"/><Relationship Id="rId28" Type="http://schemas.openxmlformats.org/officeDocument/2006/relationships/slide" Target="slides/slide21.xml"/><Relationship Id="rId36" Type="http://schemas.openxmlformats.org/officeDocument/2006/relationships/slide" Target="slides/slide29.xml"/><Relationship Id="rId49" Type="http://schemas.openxmlformats.org/officeDocument/2006/relationships/slide" Target="slides/slide42.xml"/><Relationship Id="rId57" Type="http://schemas.microsoft.com/office/2016/11/relationships/changesInfo" Target="changesInfos/changesInfo1.xml"/><Relationship Id="rId10" Type="http://schemas.openxmlformats.org/officeDocument/2006/relationships/slide" Target="slides/slide3.xml"/><Relationship Id="rId31" Type="http://schemas.openxmlformats.org/officeDocument/2006/relationships/slide" Target="slides/slide24.xml"/><Relationship Id="rId44" Type="http://schemas.openxmlformats.org/officeDocument/2006/relationships/slide" Target="slides/slide37.xml"/><Relationship Id="rId52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nti Nuñez" userId="fc293a4ee38bb93b" providerId="LiveId" clId="{8C091EB5-D9FC-51B9-B601-2F1273399689}"/>
    <pc:docChg chg="addSld delSld modSld sldOrd delMainMaster modSection">
      <pc:chgData name="Inti Nuñez" userId="fc293a4ee38bb93b" providerId="LiveId" clId="{8C091EB5-D9FC-51B9-B601-2F1273399689}" dt="2026-03-05T12:37:11.048" v="124" actId="729"/>
      <pc:docMkLst>
        <pc:docMk/>
      </pc:docMkLst>
      <pc:sldChg chg="modSp add mod">
        <pc:chgData name="Inti Nuñez" userId="fc293a4ee38bb93b" providerId="LiveId" clId="{8C091EB5-D9FC-51B9-B601-2F1273399689}" dt="2026-03-04T12:41:56.409" v="33" actId="20577"/>
        <pc:sldMkLst>
          <pc:docMk/>
          <pc:sldMk cId="29820582" sldId="257"/>
        </pc:sldMkLst>
        <pc:spChg chg="mod">
          <ac:chgData name="Inti Nuñez" userId="fc293a4ee38bb93b" providerId="LiveId" clId="{8C091EB5-D9FC-51B9-B601-2F1273399689}" dt="2026-03-04T12:41:56.409" v="33" actId="20577"/>
          <ac:spMkLst>
            <pc:docMk/>
            <pc:sldMk cId="29820582" sldId="257"/>
            <ac:spMk id="5" creationId="{B501B132-CCC4-F801-D8E4-239CCD23112D}"/>
          </ac:spMkLst>
        </pc:spChg>
      </pc:sldChg>
      <pc:sldChg chg="modSp add mod">
        <pc:chgData name="Inti Nuñez" userId="fc293a4ee38bb93b" providerId="LiveId" clId="{8C091EB5-D9FC-51B9-B601-2F1273399689}" dt="2026-03-05T12:03:47.582" v="72" actId="2711"/>
        <pc:sldMkLst>
          <pc:docMk/>
          <pc:sldMk cId="624010950" sldId="261"/>
        </pc:sldMkLst>
        <pc:spChg chg="mod">
          <ac:chgData name="Inti Nuñez" userId="fc293a4ee38bb93b" providerId="LiveId" clId="{8C091EB5-D9FC-51B9-B601-2F1273399689}" dt="2026-03-05T12:03:47.582" v="72" actId="2711"/>
          <ac:spMkLst>
            <pc:docMk/>
            <pc:sldMk cId="624010950" sldId="261"/>
            <ac:spMk id="4" creationId="{7F2249F7-3D6B-F6DE-99F4-62F9C6BCA080}"/>
          </ac:spMkLst>
        </pc:spChg>
      </pc:sldChg>
      <pc:sldChg chg="del">
        <pc:chgData name="Inti Nuñez" userId="fc293a4ee38bb93b" providerId="LiveId" clId="{8C091EB5-D9FC-51B9-B601-2F1273399689}" dt="2026-03-04T12:41:37.131" v="3" actId="2696"/>
        <pc:sldMkLst>
          <pc:docMk/>
          <pc:sldMk cId="0" sldId="842"/>
        </pc:sldMkLst>
      </pc:sldChg>
      <pc:sldChg chg="del">
        <pc:chgData name="Inti Nuñez" userId="fc293a4ee38bb93b" providerId="LiveId" clId="{8C091EB5-D9FC-51B9-B601-2F1273399689}" dt="2026-03-05T12:03:23.725" v="43" actId="2696"/>
        <pc:sldMkLst>
          <pc:docMk/>
          <pc:sldMk cId="1120560633" sldId="1282"/>
        </pc:sldMkLst>
      </pc:sldChg>
      <pc:sldChg chg="mod modShow">
        <pc:chgData name="Inti Nuñez" userId="fc293a4ee38bb93b" providerId="LiveId" clId="{8C091EB5-D9FC-51B9-B601-2F1273399689}" dt="2026-03-04T12:42:30.611" v="36" actId="729"/>
        <pc:sldMkLst>
          <pc:docMk/>
          <pc:sldMk cId="2517656389" sldId="1328"/>
        </pc:sldMkLst>
      </pc:sldChg>
      <pc:sldChg chg="mod modShow">
        <pc:chgData name="Inti Nuñez" userId="fc293a4ee38bb93b" providerId="LiveId" clId="{8C091EB5-D9FC-51B9-B601-2F1273399689}" dt="2026-03-04T12:43:55.174" v="39" actId="729"/>
        <pc:sldMkLst>
          <pc:docMk/>
          <pc:sldMk cId="3840335601" sldId="1338"/>
        </pc:sldMkLst>
      </pc:sldChg>
      <pc:sldChg chg="mod modShow">
        <pc:chgData name="Inti Nuñez" userId="fc293a4ee38bb93b" providerId="LiveId" clId="{8C091EB5-D9FC-51B9-B601-2F1273399689}" dt="2026-03-04T12:42:50.906" v="37" actId="729"/>
        <pc:sldMkLst>
          <pc:docMk/>
          <pc:sldMk cId="3262249184" sldId="1342"/>
        </pc:sldMkLst>
      </pc:sldChg>
      <pc:sldChg chg="del">
        <pc:chgData name="Inti Nuñez" userId="fc293a4ee38bb93b" providerId="LiveId" clId="{8C091EB5-D9FC-51B9-B601-2F1273399689}" dt="2026-03-04T12:42:24.017" v="34" actId="2696"/>
        <pc:sldMkLst>
          <pc:docMk/>
          <pc:sldMk cId="100872958" sldId="1368"/>
        </pc:sldMkLst>
      </pc:sldChg>
      <pc:sldChg chg="del">
        <pc:chgData name="Inti Nuñez" userId="fc293a4ee38bb93b" providerId="LiveId" clId="{8C091EB5-D9FC-51B9-B601-2F1273399689}" dt="2026-03-04T12:42:24.022" v="35" actId="2696"/>
        <pc:sldMkLst>
          <pc:docMk/>
          <pc:sldMk cId="287194385" sldId="1369"/>
        </pc:sldMkLst>
      </pc:sldChg>
      <pc:sldChg chg="mod modShow">
        <pc:chgData name="Inti Nuñez" userId="fc293a4ee38bb93b" providerId="LiveId" clId="{8C091EB5-D9FC-51B9-B601-2F1273399689}" dt="2026-03-05T12:02:48.664" v="41" actId="729"/>
        <pc:sldMkLst>
          <pc:docMk/>
          <pc:sldMk cId="2939569037" sldId="1375"/>
        </pc:sldMkLst>
      </pc:sldChg>
      <pc:sldChg chg="del">
        <pc:chgData name="Inti Nuñez" userId="fc293a4ee38bb93b" providerId="LiveId" clId="{8C091EB5-D9FC-51B9-B601-2F1273399689}" dt="2026-03-04T12:43:23.511" v="38" actId="2696"/>
        <pc:sldMkLst>
          <pc:docMk/>
          <pc:sldMk cId="4203176390" sldId="1379"/>
        </pc:sldMkLst>
      </pc:sldChg>
      <pc:sldChg chg="mod modShow">
        <pc:chgData name="Inti Nuñez" userId="fc293a4ee38bb93b" providerId="LiveId" clId="{8C091EB5-D9FC-51B9-B601-2F1273399689}" dt="2026-03-05T12:37:11.048" v="124" actId="729"/>
        <pc:sldMkLst>
          <pc:docMk/>
          <pc:sldMk cId="1946200289" sldId="1382"/>
        </pc:sldMkLst>
      </pc:sldChg>
      <pc:sldChg chg="mod ord modShow">
        <pc:chgData name="Inti Nuñez" userId="fc293a4ee38bb93b" providerId="LiveId" clId="{8C091EB5-D9FC-51B9-B601-2F1273399689}" dt="2026-03-05T12:37:05.076" v="123" actId="729"/>
        <pc:sldMkLst>
          <pc:docMk/>
          <pc:sldMk cId="816802368" sldId="1384"/>
        </pc:sldMkLst>
      </pc:sldChg>
      <pc:sldChg chg="del">
        <pc:chgData name="Inti Nuñez" userId="fc293a4ee38bb93b" providerId="LiveId" clId="{8C091EB5-D9FC-51B9-B601-2F1273399689}" dt="2026-03-05T12:04:13.318" v="79" actId="2696"/>
        <pc:sldMkLst>
          <pc:docMk/>
          <pc:sldMk cId="2540352341" sldId="1389"/>
        </pc:sldMkLst>
      </pc:sldChg>
      <pc:sldChg chg="del">
        <pc:chgData name="Inti Nuñez" userId="fc293a4ee38bb93b" providerId="LiveId" clId="{8C091EB5-D9FC-51B9-B601-2F1273399689}" dt="2026-03-05T12:04:35.317" v="97" actId="2696"/>
        <pc:sldMkLst>
          <pc:docMk/>
          <pc:sldMk cId="3452266222" sldId="1390"/>
        </pc:sldMkLst>
      </pc:sldChg>
      <pc:sldChg chg="del">
        <pc:chgData name="Inti Nuñez" userId="fc293a4ee38bb93b" providerId="LiveId" clId="{8C091EB5-D9FC-51B9-B601-2F1273399689}" dt="2026-03-05T12:04:44.815" v="99" actId="2696"/>
        <pc:sldMkLst>
          <pc:docMk/>
          <pc:sldMk cId="1690134326" sldId="1391"/>
        </pc:sldMkLst>
      </pc:sldChg>
      <pc:sldChg chg="del">
        <pc:chgData name="Inti Nuñez" userId="fc293a4ee38bb93b" providerId="LiveId" clId="{8C091EB5-D9FC-51B9-B601-2F1273399689}" dt="2026-03-05T12:05:00.390" v="112" actId="2696"/>
        <pc:sldMkLst>
          <pc:docMk/>
          <pc:sldMk cId="2080446255" sldId="1392"/>
        </pc:sldMkLst>
      </pc:sldChg>
      <pc:sldChg chg="mod modShow">
        <pc:chgData name="Inti Nuñez" userId="fc293a4ee38bb93b" providerId="LiveId" clId="{8C091EB5-D9FC-51B9-B601-2F1273399689}" dt="2026-03-04T12:42:50.906" v="37" actId="729"/>
        <pc:sldMkLst>
          <pc:docMk/>
          <pc:sldMk cId="2926612709" sldId="1397"/>
        </pc:sldMkLst>
      </pc:sldChg>
      <pc:sldChg chg="mod modShow">
        <pc:chgData name="Inti Nuñez" userId="fc293a4ee38bb93b" providerId="LiveId" clId="{8C091EB5-D9FC-51B9-B601-2F1273399689}" dt="2026-03-04T12:42:50.906" v="37" actId="729"/>
        <pc:sldMkLst>
          <pc:docMk/>
          <pc:sldMk cId="473502163" sldId="1399"/>
        </pc:sldMkLst>
      </pc:sldChg>
      <pc:sldChg chg="mod modShow">
        <pc:chgData name="Inti Nuñez" userId="fc293a4ee38bb93b" providerId="LiveId" clId="{8C091EB5-D9FC-51B9-B601-2F1273399689}" dt="2026-03-04T12:43:55.174" v="39" actId="729"/>
        <pc:sldMkLst>
          <pc:docMk/>
          <pc:sldMk cId="1827610605" sldId="1402"/>
        </pc:sldMkLst>
      </pc:sldChg>
      <pc:sldChg chg="mod modShow">
        <pc:chgData name="Inti Nuñez" userId="fc293a4ee38bb93b" providerId="LiveId" clId="{8C091EB5-D9FC-51B9-B601-2F1273399689}" dt="2026-03-04T12:43:55.174" v="39" actId="729"/>
        <pc:sldMkLst>
          <pc:docMk/>
          <pc:sldMk cId="2169395575" sldId="1403"/>
        </pc:sldMkLst>
      </pc:sldChg>
      <pc:sldChg chg="modSp add mod">
        <pc:chgData name="Inti Nuñez" userId="fc293a4ee38bb93b" providerId="LiveId" clId="{8C091EB5-D9FC-51B9-B601-2F1273399689}" dt="2026-03-05T12:04:02.792" v="78" actId="120"/>
        <pc:sldMkLst>
          <pc:docMk/>
          <pc:sldMk cId="2291765669" sldId="1404"/>
        </pc:sldMkLst>
        <pc:spChg chg="mod">
          <ac:chgData name="Inti Nuñez" userId="fc293a4ee38bb93b" providerId="LiveId" clId="{8C091EB5-D9FC-51B9-B601-2F1273399689}" dt="2026-03-05T12:04:02.792" v="78" actId="120"/>
          <ac:spMkLst>
            <pc:docMk/>
            <pc:sldMk cId="2291765669" sldId="1404"/>
            <ac:spMk id="4" creationId="{5BC8C0A3-D9E9-3131-AC67-560D32D8E932}"/>
          </ac:spMkLst>
        </pc:spChg>
      </pc:sldChg>
      <pc:sldChg chg="modSp add mod">
        <pc:chgData name="Inti Nuñez" userId="fc293a4ee38bb93b" providerId="LiveId" clId="{8C091EB5-D9FC-51B9-B601-2F1273399689}" dt="2026-03-05T12:04:32.657" v="96" actId="20577"/>
        <pc:sldMkLst>
          <pc:docMk/>
          <pc:sldMk cId="2411056777" sldId="1405"/>
        </pc:sldMkLst>
        <pc:spChg chg="mod">
          <ac:chgData name="Inti Nuñez" userId="fc293a4ee38bb93b" providerId="LiveId" clId="{8C091EB5-D9FC-51B9-B601-2F1273399689}" dt="2026-03-05T12:04:32.657" v="96" actId="20577"/>
          <ac:spMkLst>
            <pc:docMk/>
            <pc:sldMk cId="2411056777" sldId="1405"/>
            <ac:spMk id="4" creationId="{C3E195AF-E895-8809-B8E6-E38CBAC541BC}"/>
          </ac:spMkLst>
        </pc:spChg>
      </pc:sldChg>
      <pc:sldChg chg="modSp add mod">
        <pc:chgData name="Inti Nuñez" userId="fc293a4ee38bb93b" providerId="LiveId" clId="{8C091EB5-D9FC-51B9-B601-2F1273399689}" dt="2026-03-05T12:04:51.671" v="110" actId="20577"/>
        <pc:sldMkLst>
          <pc:docMk/>
          <pc:sldMk cId="4276730980" sldId="1406"/>
        </pc:sldMkLst>
        <pc:spChg chg="mod">
          <ac:chgData name="Inti Nuñez" userId="fc293a4ee38bb93b" providerId="LiveId" clId="{8C091EB5-D9FC-51B9-B601-2F1273399689}" dt="2026-03-05T12:04:51.671" v="110" actId="20577"/>
          <ac:spMkLst>
            <pc:docMk/>
            <pc:sldMk cId="4276730980" sldId="1406"/>
            <ac:spMk id="4" creationId="{A6DD6885-E4FA-A70D-DEC7-6A3860B04D96}"/>
          </ac:spMkLst>
        </pc:spChg>
      </pc:sldChg>
      <pc:sldChg chg="modSp add mod">
        <pc:chgData name="Inti Nuñez" userId="fc293a4ee38bb93b" providerId="LiveId" clId="{8C091EB5-D9FC-51B9-B601-2F1273399689}" dt="2026-03-05T12:05:06.076" v="122" actId="20577"/>
        <pc:sldMkLst>
          <pc:docMk/>
          <pc:sldMk cId="1785391256" sldId="1407"/>
        </pc:sldMkLst>
        <pc:spChg chg="mod">
          <ac:chgData name="Inti Nuñez" userId="fc293a4ee38bb93b" providerId="LiveId" clId="{8C091EB5-D9FC-51B9-B601-2F1273399689}" dt="2026-03-05T12:05:06.076" v="122" actId="20577"/>
          <ac:spMkLst>
            <pc:docMk/>
            <pc:sldMk cId="1785391256" sldId="1407"/>
            <ac:spMk id="4" creationId="{6166FD29-06B9-D64E-2583-11945D92CAEB}"/>
          </ac:spMkLst>
        </pc:spChg>
      </pc:sldChg>
      <pc:sldChg chg="add del">
        <pc:chgData name="Inti Nuñez" userId="fc293a4ee38bb93b" providerId="LiveId" clId="{8C091EB5-D9FC-51B9-B601-2F1273399689}" dt="2026-03-04T12:41:37.129" v="2" actId="2696"/>
        <pc:sldMkLst>
          <pc:docMk/>
          <pc:sldMk cId="4099853566" sldId="1802"/>
        </pc:sldMkLst>
      </pc:sldChg>
      <pc:sldMasterChg chg="del">
        <pc:chgData name="Inti Nuñez" userId="fc293a4ee38bb93b" providerId="LiveId" clId="{8C091EB5-D9FC-51B9-B601-2F1273399689}" dt="2026-03-05T12:05:00.406" v="113" actId="2696"/>
        <pc:sldMasterMkLst>
          <pc:docMk/>
          <pc:sldMasterMk cId="2996998045" sldId="2147483749"/>
        </pc:sldMasterMkLst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432AF82-CD0E-427D-9D07-98B455F64E4D}" type="datetimeFigureOut">
              <a:rPr lang="es-CL" smtClean="0"/>
              <a:t>05-03-26</a:t>
            </a:fld>
            <a:endParaRPr lang="es-CL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L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4F41711-804D-4F19-A703-923690345A3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8264099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6.pdf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2.png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6.xml"/><Relationship Id="rId4" Type="http://schemas.openxmlformats.org/officeDocument/2006/relationships/image" Target="../media/image5.emf"/></Relationships>
</file>

<file path=ppt/slideLayouts/_rels/slideLayout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6.xml"/><Relationship Id="rId4" Type="http://schemas.openxmlformats.org/officeDocument/2006/relationships/image" Target="../media/image8.emf"/></Relationships>
</file>

<file path=ppt/slideLayouts/_rels/slideLayout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6.xml"/><Relationship Id="rId4" Type="http://schemas.openxmlformats.org/officeDocument/2006/relationships/image" Target="../media/image8.emf"/></Relationships>
</file>

<file path=ppt/slideLayouts/_rels/slideLayout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6.xml"/><Relationship Id="rId4" Type="http://schemas.openxmlformats.org/officeDocument/2006/relationships/image" Target="../media/image8.emf"/></Relationships>
</file>

<file path=ppt/slideLayouts/_rels/slideLayout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6.xml"/><Relationship Id="rId5" Type="http://schemas.openxmlformats.org/officeDocument/2006/relationships/image" Target="../media/image10.png"/><Relationship Id="rId4" Type="http://schemas.openxmlformats.org/officeDocument/2006/relationships/image" Target="../media/image8.emf"/></Relationships>
</file>

<file path=ppt/slideLayouts/_rels/slideLayout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6.xml"/><Relationship Id="rId4" Type="http://schemas.openxmlformats.org/officeDocument/2006/relationships/image" Target="../media/image8.emf"/></Relationships>
</file>

<file path=ppt/slideLayouts/_rels/slideLayout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6.xml"/><Relationship Id="rId4" Type="http://schemas.openxmlformats.org/officeDocument/2006/relationships/image" Target="../media/image8.emf"/></Relationships>
</file>

<file path=ppt/slideLayouts/_rels/slideLayout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6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7" Type="http://schemas.openxmlformats.org/officeDocument/2006/relationships/image" Target="../media/image18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6.xml"/><Relationship Id="rId6" Type="http://schemas.openxmlformats.org/officeDocument/2006/relationships/image" Target="../media/image17.png"/><Relationship Id="rId5" Type="http://schemas.openxmlformats.org/officeDocument/2006/relationships/image" Target="../media/image16.svg"/><Relationship Id="rId4" Type="http://schemas.openxmlformats.org/officeDocument/2006/relationships/image" Target="../media/image15.png"/></Relationships>
</file>

<file path=ppt/slideLayouts/_rels/slideLayout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7" Type="http://schemas.openxmlformats.org/officeDocument/2006/relationships/image" Target="../media/image18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6.xml"/><Relationship Id="rId6" Type="http://schemas.openxmlformats.org/officeDocument/2006/relationships/image" Target="../media/image17.png"/><Relationship Id="rId5" Type="http://schemas.openxmlformats.org/officeDocument/2006/relationships/image" Target="../media/image16.svg"/><Relationship Id="rId4" Type="http://schemas.openxmlformats.org/officeDocument/2006/relationships/image" Target="../media/image15.png"/></Relationships>
</file>

<file path=ppt/slideLayouts/_rels/slideLayout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7" Type="http://schemas.openxmlformats.org/officeDocument/2006/relationships/image" Target="../media/image18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6.xml"/><Relationship Id="rId6" Type="http://schemas.openxmlformats.org/officeDocument/2006/relationships/image" Target="../media/image17.png"/><Relationship Id="rId5" Type="http://schemas.openxmlformats.org/officeDocument/2006/relationships/image" Target="../media/image16.svg"/><Relationship Id="rId4" Type="http://schemas.openxmlformats.org/officeDocument/2006/relationships/image" Target="../media/image15.png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6.xml"/><Relationship Id="rId5" Type="http://schemas.openxmlformats.org/officeDocument/2006/relationships/image" Target="../media/image22.svg"/><Relationship Id="rId4" Type="http://schemas.openxmlformats.org/officeDocument/2006/relationships/image" Target="../media/image21.png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914402" y="2130456"/>
            <a:ext cx="10363200" cy="1470025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828802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304119" indent="0" algn="ctr">
              <a:buNone/>
              <a:defRPr/>
            </a:lvl2pPr>
            <a:lvl3pPr marL="608241" indent="0" algn="ctr">
              <a:buNone/>
              <a:defRPr/>
            </a:lvl3pPr>
            <a:lvl4pPr marL="912359" indent="0" algn="ctr">
              <a:buNone/>
              <a:defRPr/>
            </a:lvl4pPr>
            <a:lvl5pPr marL="1216470" indent="0" algn="ctr">
              <a:buNone/>
              <a:defRPr/>
            </a:lvl5pPr>
            <a:lvl6pPr marL="1520593" indent="0" algn="ctr">
              <a:buNone/>
              <a:defRPr/>
            </a:lvl6pPr>
            <a:lvl7pPr marL="1824708" indent="0" algn="ctr">
              <a:buNone/>
              <a:defRPr/>
            </a:lvl7pPr>
            <a:lvl8pPr marL="2128825" indent="0" algn="ctr">
              <a:buNone/>
              <a:defRPr/>
            </a:lvl8pPr>
            <a:lvl9pPr marL="2432941" indent="0" algn="ctr">
              <a:buNone/>
              <a:defRPr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Text Box 3"/>
          <p:cNvSpPr txBox="1"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9193DA0-0126-4959-AC6B-2CAEB63D522D}" type="slidenum">
              <a:rPr lang="en-US"/>
              <a:pPr>
                <a:defRPr/>
              </a:pPr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1837466"/>
      </p:ext>
    </p:extLst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Text Box 3"/>
          <p:cNvSpPr txBox="1"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4FD9631-06BC-4B6F-9EDE-CE7425DA2937}" type="slidenum">
              <a:rPr lang="en-US"/>
              <a:pPr>
                <a:defRPr/>
              </a:pPr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568656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963091" y="4406936"/>
            <a:ext cx="10363200" cy="1362075"/>
          </a:xfrm>
        </p:spPr>
        <p:txBody>
          <a:bodyPr anchor="t"/>
          <a:lstStyle>
            <a:lvl1pPr algn="l">
              <a:defRPr sz="2600" b="1" cap="all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963091" y="2907250"/>
            <a:ext cx="10363200" cy="1499658"/>
          </a:xfrm>
        </p:spPr>
        <p:txBody>
          <a:bodyPr anchor="b"/>
          <a:lstStyle>
            <a:lvl1pPr marL="0" indent="0">
              <a:buNone/>
              <a:defRPr sz="1333"/>
            </a:lvl1pPr>
            <a:lvl2pPr marL="304119" indent="0">
              <a:buNone/>
              <a:defRPr sz="1200"/>
            </a:lvl2pPr>
            <a:lvl3pPr marL="608241" indent="0">
              <a:buNone/>
              <a:defRPr sz="1067"/>
            </a:lvl3pPr>
            <a:lvl4pPr marL="912359" indent="0">
              <a:buNone/>
              <a:defRPr sz="933"/>
            </a:lvl4pPr>
            <a:lvl5pPr marL="1216470" indent="0">
              <a:buNone/>
              <a:defRPr sz="933"/>
            </a:lvl5pPr>
            <a:lvl6pPr marL="1520593" indent="0">
              <a:buNone/>
              <a:defRPr sz="933"/>
            </a:lvl6pPr>
            <a:lvl7pPr marL="1824708" indent="0">
              <a:buNone/>
              <a:defRPr sz="933"/>
            </a:lvl7pPr>
            <a:lvl8pPr marL="2128825" indent="0">
              <a:buNone/>
              <a:defRPr sz="933"/>
            </a:lvl8pPr>
            <a:lvl9pPr marL="2432941" indent="0">
              <a:buNone/>
              <a:defRPr sz="933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Text Box 3"/>
          <p:cNvSpPr txBox="1"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0B80FC6-8CDF-46D1-A8ED-4238D89CCAF3}" type="slidenum">
              <a:rPr lang="en-US"/>
              <a:pPr>
                <a:defRPr/>
              </a:pPr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2784469"/>
      </p:ext>
    </p:extLst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1828800" y="3886200"/>
            <a:ext cx="4216400" cy="1752600"/>
          </a:xfrm>
        </p:spPr>
        <p:txBody>
          <a:bodyPr/>
          <a:lstStyle>
            <a:lvl1pPr>
              <a:defRPr sz="1933"/>
            </a:lvl1pPr>
            <a:lvl2pPr>
              <a:defRPr sz="1533"/>
            </a:lvl2pPr>
            <a:lvl3pPr>
              <a:defRPr sz="1333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6146800" y="3886200"/>
            <a:ext cx="4217458" cy="1752600"/>
          </a:xfrm>
        </p:spPr>
        <p:txBody>
          <a:bodyPr/>
          <a:lstStyle>
            <a:lvl1pPr>
              <a:defRPr sz="1933"/>
            </a:lvl1pPr>
            <a:lvl2pPr>
              <a:defRPr sz="1533"/>
            </a:lvl2pPr>
            <a:lvl3pPr>
              <a:defRPr sz="1333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Text Box 3"/>
          <p:cNvSpPr txBox="1"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2C23828-E4A1-46B3-A3C2-1FDBDBBC20D3}" type="slidenum">
              <a:rPr lang="en-US"/>
              <a:pPr>
                <a:defRPr/>
              </a:pPr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8104387"/>
      </p:ext>
    </p:extLst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09600" y="275167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609606" y="1535643"/>
            <a:ext cx="5386917" cy="639233"/>
          </a:xfrm>
        </p:spPr>
        <p:txBody>
          <a:bodyPr anchor="b"/>
          <a:lstStyle>
            <a:lvl1pPr marL="0" indent="0">
              <a:buNone/>
              <a:defRPr sz="1533" b="1"/>
            </a:lvl1pPr>
            <a:lvl2pPr marL="304119" indent="0">
              <a:buNone/>
              <a:defRPr sz="1333" b="1"/>
            </a:lvl2pPr>
            <a:lvl3pPr marL="608241" indent="0">
              <a:buNone/>
              <a:defRPr sz="1200" b="1"/>
            </a:lvl3pPr>
            <a:lvl4pPr marL="912359" indent="0">
              <a:buNone/>
              <a:defRPr sz="1067" b="1"/>
            </a:lvl4pPr>
            <a:lvl5pPr marL="1216470" indent="0">
              <a:buNone/>
              <a:defRPr sz="1067" b="1"/>
            </a:lvl5pPr>
            <a:lvl6pPr marL="1520593" indent="0">
              <a:buNone/>
              <a:defRPr sz="1067" b="1"/>
            </a:lvl6pPr>
            <a:lvl7pPr marL="1824708" indent="0">
              <a:buNone/>
              <a:defRPr sz="1067" b="1"/>
            </a:lvl7pPr>
            <a:lvl8pPr marL="2128825" indent="0">
              <a:buNone/>
              <a:defRPr sz="1067" b="1"/>
            </a:lvl8pPr>
            <a:lvl9pPr marL="2432941" indent="0">
              <a:buNone/>
              <a:defRPr sz="1067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609606" y="2174885"/>
            <a:ext cx="5386917" cy="3951817"/>
          </a:xfrm>
        </p:spPr>
        <p:txBody>
          <a:bodyPr/>
          <a:lstStyle>
            <a:lvl1pPr>
              <a:defRPr sz="1533"/>
            </a:lvl1pPr>
            <a:lvl2pPr>
              <a:defRPr sz="1333"/>
            </a:lvl2pPr>
            <a:lvl3pPr>
              <a:defRPr sz="1200"/>
            </a:lvl3pPr>
            <a:lvl4pPr>
              <a:defRPr sz="1067"/>
            </a:lvl4pPr>
            <a:lvl5pPr>
              <a:defRPr sz="1067"/>
            </a:lvl5pPr>
            <a:lvl6pPr>
              <a:defRPr sz="1067"/>
            </a:lvl6pPr>
            <a:lvl7pPr>
              <a:defRPr sz="1067"/>
            </a:lvl7pPr>
            <a:lvl8pPr>
              <a:defRPr sz="1067"/>
            </a:lvl8pPr>
            <a:lvl9pPr>
              <a:defRPr sz="1067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6193398" y="1535643"/>
            <a:ext cx="5389033" cy="639233"/>
          </a:xfrm>
        </p:spPr>
        <p:txBody>
          <a:bodyPr anchor="b"/>
          <a:lstStyle>
            <a:lvl1pPr marL="0" indent="0">
              <a:buNone/>
              <a:defRPr sz="1533" b="1"/>
            </a:lvl1pPr>
            <a:lvl2pPr marL="304119" indent="0">
              <a:buNone/>
              <a:defRPr sz="1333" b="1"/>
            </a:lvl2pPr>
            <a:lvl3pPr marL="608241" indent="0">
              <a:buNone/>
              <a:defRPr sz="1200" b="1"/>
            </a:lvl3pPr>
            <a:lvl4pPr marL="912359" indent="0">
              <a:buNone/>
              <a:defRPr sz="1067" b="1"/>
            </a:lvl4pPr>
            <a:lvl5pPr marL="1216470" indent="0">
              <a:buNone/>
              <a:defRPr sz="1067" b="1"/>
            </a:lvl5pPr>
            <a:lvl6pPr marL="1520593" indent="0">
              <a:buNone/>
              <a:defRPr sz="1067" b="1"/>
            </a:lvl6pPr>
            <a:lvl7pPr marL="1824708" indent="0">
              <a:buNone/>
              <a:defRPr sz="1067" b="1"/>
            </a:lvl7pPr>
            <a:lvl8pPr marL="2128825" indent="0">
              <a:buNone/>
              <a:defRPr sz="1067" b="1"/>
            </a:lvl8pPr>
            <a:lvl9pPr marL="2432941" indent="0">
              <a:buNone/>
              <a:defRPr sz="1067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6193398" y="2174885"/>
            <a:ext cx="5389033" cy="3951817"/>
          </a:xfrm>
        </p:spPr>
        <p:txBody>
          <a:bodyPr/>
          <a:lstStyle>
            <a:lvl1pPr>
              <a:defRPr sz="1533"/>
            </a:lvl1pPr>
            <a:lvl2pPr>
              <a:defRPr sz="1333"/>
            </a:lvl2pPr>
            <a:lvl3pPr>
              <a:defRPr sz="1200"/>
            </a:lvl3pPr>
            <a:lvl4pPr>
              <a:defRPr sz="1067"/>
            </a:lvl4pPr>
            <a:lvl5pPr>
              <a:defRPr sz="1067"/>
            </a:lvl5pPr>
            <a:lvl6pPr>
              <a:defRPr sz="1067"/>
            </a:lvl6pPr>
            <a:lvl7pPr>
              <a:defRPr sz="1067"/>
            </a:lvl7pPr>
            <a:lvl8pPr>
              <a:defRPr sz="1067"/>
            </a:lvl8pPr>
            <a:lvl9pPr>
              <a:defRPr sz="1067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Text Box 3"/>
          <p:cNvSpPr txBox="1"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E3B31FC-7CE3-44A0-9C2D-53FD46BD15DC}" type="slidenum">
              <a:rPr lang="en-US"/>
              <a:pPr>
                <a:defRPr/>
              </a:pPr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0256515"/>
      </p:ext>
    </p:extLst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Text Box 3"/>
          <p:cNvSpPr txBox="1"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7DDC80F-A0B8-4939-A553-7B36C202C84E}" type="slidenum">
              <a:rPr lang="en-US"/>
              <a:pPr>
                <a:defRPr/>
              </a:pPr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2094283"/>
      </p:ext>
    </p:extLst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3"/>
          <p:cNvSpPr txBox="1"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EAA003F-DB6E-4FA4-8064-8453AABEED92}" type="slidenum">
              <a:rPr lang="en-US"/>
              <a:pPr>
                <a:defRPr/>
              </a:pPr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8678455"/>
      </p:ext>
    </p:extLst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09636" y="273065"/>
            <a:ext cx="4011084" cy="1162050"/>
          </a:xfrm>
        </p:spPr>
        <p:txBody>
          <a:bodyPr anchor="b"/>
          <a:lstStyle>
            <a:lvl1pPr algn="l">
              <a:defRPr sz="1333" b="1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766735" y="273065"/>
            <a:ext cx="6815667" cy="5853642"/>
          </a:xfrm>
        </p:spPr>
        <p:txBody>
          <a:bodyPr/>
          <a:lstStyle>
            <a:lvl1pPr>
              <a:defRPr sz="2133"/>
            </a:lvl1pPr>
            <a:lvl2pPr>
              <a:defRPr sz="1933"/>
            </a:lvl2pPr>
            <a:lvl3pPr>
              <a:defRPr sz="1533"/>
            </a:lvl3pPr>
            <a:lvl4pPr>
              <a:defRPr sz="1333"/>
            </a:lvl4pPr>
            <a:lvl5pPr>
              <a:defRPr sz="1333"/>
            </a:lvl5pPr>
            <a:lvl6pPr>
              <a:defRPr sz="1333"/>
            </a:lvl6pPr>
            <a:lvl7pPr>
              <a:defRPr sz="1333"/>
            </a:lvl7pPr>
            <a:lvl8pPr>
              <a:defRPr sz="1333"/>
            </a:lvl8pPr>
            <a:lvl9pPr>
              <a:defRPr sz="1333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609636" y="1435100"/>
            <a:ext cx="4011084" cy="4691592"/>
          </a:xfrm>
        </p:spPr>
        <p:txBody>
          <a:bodyPr/>
          <a:lstStyle>
            <a:lvl1pPr marL="0" indent="0">
              <a:buNone/>
              <a:defRPr sz="933"/>
            </a:lvl1pPr>
            <a:lvl2pPr marL="304119" indent="0">
              <a:buNone/>
              <a:defRPr sz="867"/>
            </a:lvl2pPr>
            <a:lvl3pPr marL="608241" indent="0">
              <a:buNone/>
              <a:defRPr sz="733"/>
            </a:lvl3pPr>
            <a:lvl4pPr marL="912359" indent="0">
              <a:buNone/>
              <a:defRPr sz="600"/>
            </a:lvl4pPr>
            <a:lvl5pPr marL="1216470" indent="0">
              <a:buNone/>
              <a:defRPr sz="600"/>
            </a:lvl5pPr>
            <a:lvl6pPr marL="1520593" indent="0">
              <a:buNone/>
              <a:defRPr sz="600"/>
            </a:lvl6pPr>
            <a:lvl7pPr marL="1824708" indent="0">
              <a:buNone/>
              <a:defRPr sz="600"/>
            </a:lvl7pPr>
            <a:lvl8pPr marL="2128825" indent="0">
              <a:buNone/>
              <a:defRPr sz="600"/>
            </a:lvl8pPr>
            <a:lvl9pPr marL="2432941" indent="0">
              <a:buNone/>
              <a:defRPr sz="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Text Box 3"/>
          <p:cNvSpPr txBox="1"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82F80AA-2FD1-4EB8-ACBF-63BAD7286FEF}" type="slidenum">
              <a:rPr lang="en-US"/>
              <a:pPr>
                <a:defRPr/>
              </a:pPr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6267786"/>
      </p:ext>
    </p:extLst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2389719" y="4800631"/>
            <a:ext cx="7315200" cy="567267"/>
          </a:xfrm>
        </p:spPr>
        <p:txBody>
          <a:bodyPr anchor="b"/>
          <a:lstStyle>
            <a:lvl1pPr algn="l">
              <a:defRPr sz="1333" b="1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2389719" y="612775"/>
            <a:ext cx="7315200" cy="4114800"/>
          </a:xfrm>
        </p:spPr>
        <p:txBody>
          <a:bodyPr/>
          <a:lstStyle>
            <a:lvl1pPr marL="0" indent="0">
              <a:buNone/>
              <a:defRPr sz="2133"/>
            </a:lvl1pPr>
            <a:lvl2pPr marL="304119" indent="0">
              <a:buNone/>
              <a:defRPr sz="1933"/>
            </a:lvl2pPr>
            <a:lvl3pPr marL="608241" indent="0">
              <a:buNone/>
              <a:defRPr sz="1533"/>
            </a:lvl3pPr>
            <a:lvl4pPr marL="912359" indent="0">
              <a:buNone/>
              <a:defRPr sz="1333"/>
            </a:lvl4pPr>
            <a:lvl5pPr marL="1216470" indent="0">
              <a:buNone/>
              <a:defRPr sz="1333"/>
            </a:lvl5pPr>
            <a:lvl6pPr marL="1520593" indent="0">
              <a:buNone/>
              <a:defRPr sz="1333"/>
            </a:lvl6pPr>
            <a:lvl7pPr marL="1824708" indent="0">
              <a:buNone/>
              <a:defRPr sz="1333"/>
            </a:lvl7pPr>
            <a:lvl8pPr marL="2128825" indent="0">
              <a:buNone/>
              <a:defRPr sz="1333"/>
            </a:lvl8pPr>
            <a:lvl9pPr marL="2432941" indent="0">
              <a:buNone/>
              <a:defRPr sz="1333"/>
            </a:lvl9pPr>
          </a:lstStyle>
          <a:p>
            <a:pPr lvl="0"/>
            <a:endParaRPr lang="es-ES" noProof="0">
              <a:sym typeface="Lucida Grande" charset="0"/>
            </a:endParaRPr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2389719" y="5367892"/>
            <a:ext cx="7315200" cy="804333"/>
          </a:xfrm>
        </p:spPr>
        <p:txBody>
          <a:bodyPr/>
          <a:lstStyle>
            <a:lvl1pPr marL="0" indent="0">
              <a:buNone/>
              <a:defRPr sz="933"/>
            </a:lvl1pPr>
            <a:lvl2pPr marL="304119" indent="0">
              <a:buNone/>
              <a:defRPr sz="867"/>
            </a:lvl2pPr>
            <a:lvl3pPr marL="608241" indent="0">
              <a:buNone/>
              <a:defRPr sz="733"/>
            </a:lvl3pPr>
            <a:lvl4pPr marL="912359" indent="0">
              <a:buNone/>
              <a:defRPr sz="600"/>
            </a:lvl4pPr>
            <a:lvl5pPr marL="1216470" indent="0">
              <a:buNone/>
              <a:defRPr sz="600"/>
            </a:lvl5pPr>
            <a:lvl6pPr marL="1520593" indent="0">
              <a:buNone/>
              <a:defRPr sz="600"/>
            </a:lvl6pPr>
            <a:lvl7pPr marL="1824708" indent="0">
              <a:buNone/>
              <a:defRPr sz="600"/>
            </a:lvl7pPr>
            <a:lvl8pPr marL="2128825" indent="0">
              <a:buNone/>
              <a:defRPr sz="600"/>
            </a:lvl8pPr>
            <a:lvl9pPr marL="2432941" indent="0">
              <a:buNone/>
              <a:defRPr sz="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Text Box 3"/>
          <p:cNvSpPr txBox="1"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2204350-FA28-4122-92FB-845FB1FC56BA}" type="slidenum">
              <a:rPr lang="en-US"/>
              <a:pPr>
                <a:defRPr/>
              </a:pPr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0147884"/>
      </p:ext>
    </p:extLst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Text Box 3"/>
          <p:cNvSpPr txBox="1"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57BB0D-89C7-48D0-BB45-EAAC40915AD9}" type="slidenum">
              <a:rPr lang="en-US"/>
              <a:pPr>
                <a:defRPr/>
              </a:pPr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3113107"/>
      </p:ext>
    </p:extLst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8687860" y="2130454"/>
            <a:ext cx="2590800" cy="3508375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914400" y="2130454"/>
            <a:ext cx="7671859" cy="3508375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Text Box 3"/>
          <p:cNvSpPr txBox="1"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F54C05D-F5F3-4E9C-BA74-0002C1FFE4B8}" type="slidenum">
              <a:rPr lang="en-US"/>
              <a:pPr>
                <a:defRPr/>
              </a:pPr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3472882"/>
      </p:ext>
    </p:extLst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Diapositiva de título">
    <p:bg>
      <p:bgPr>
        <a:solidFill>
          <a:srgbClr val="504FB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748A6285-A3A5-F8F8-F082-F32E16565A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77828"/>
            <a:ext cx="5257800" cy="1325563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</a:lstStyle>
          <a:p>
            <a:r>
              <a:rPr lang="es-MX"/>
              <a:t>Haz clic para modificar el estilo de título del patrón</a:t>
            </a:r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92550937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914402" y="2130463"/>
            <a:ext cx="10363200" cy="1470025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828806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303860" indent="0" algn="ctr">
              <a:buNone/>
              <a:defRPr/>
            </a:lvl2pPr>
            <a:lvl3pPr marL="607721" indent="0" algn="ctr">
              <a:buNone/>
              <a:defRPr/>
            </a:lvl3pPr>
            <a:lvl4pPr marL="911579" indent="0" algn="ctr">
              <a:buNone/>
              <a:defRPr/>
            </a:lvl4pPr>
            <a:lvl5pPr marL="1215433" indent="0" algn="ctr">
              <a:buNone/>
              <a:defRPr/>
            </a:lvl5pPr>
            <a:lvl6pPr marL="1519292" indent="0" algn="ctr">
              <a:buNone/>
              <a:defRPr/>
            </a:lvl6pPr>
            <a:lvl7pPr marL="1823146" indent="0" algn="ctr">
              <a:buNone/>
              <a:defRPr/>
            </a:lvl7pPr>
            <a:lvl8pPr marL="2127001" indent="0" algn="ctr">
              <a:buNone/>
              <a:defRPr/>
            </a:lvl8pPr>
            <a:lvl9pPr marL="2430862" indent="0" algn="ctr">
              <a:buNone/>
              <a:defRPr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</p:spTree>
    <p:extLst>
      <p:ext uri="{BB962C8B-B14F-4D97-AF65-F5344CB8AC3E}">
        <p14:creationId xmlns:p14="http://schemas.microsoft.com/office/powerpoint/2010/main" val="207173939"/>
      </p:ext>
    </p:extLst>
  </p:cSld>
  <p:clrMapOvr>
    <a:masterClrMapping/>
  </p:clrMapOvr>
  <p:transition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</p:spTree>
    <p:extLst>
      <p:ext uri="{BB962C8B-B14F-4D97-AF65-F5344CB8AC3E}">
        <p14:creationId xmlns:p14="http://schemas.microsoft.com/office/powerpoint/2010/main" val="1950953699"/>
      </p:ext>
    </p:extLst>
  </p:cSld>
  <p:clrMapOvr>
    <a:masterClrMapping/>
  </p:clrMapOvr>
  <p:transition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963121" y="4406940"/>
            <a:ext cx="10363200" cy="1362075"/>
          </a:xfrm>
        </p:spPr>
        <p:txBody>
          <a:bodyPr/>
          <a:lstStyle>
            <a:lvl1pPr algn="l">
              <a:defRPr sz="2600" b="1" cap="all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963121" y="2907253"/>
            <a:ext cx="10363200" cy="1499658"/>
          </a:xfrm>
        </p:spPr>
        <p:txBody>
          <a:bodyPr anchor="b"/>
          <a:lstStyle>
            <a:lvl1pPr marL="0" indent="0">
              <a:buNone/>
              <a:defRPr sz="1333"/>
            </a:lvl1pPr>
            <a:lvl2pPr marL="303860" indent="0">
              <a:buNone/>
              <a:defRPr sz="1200"/>
            </a:lvl2pPr>
            <a:lvl3pPr marL="607721" indent="0">
              <a:buNone/>
              <a:defRPr sz="1067"/>
            </a:lvl3pPr>
            <a:lvl4pPr marL="911579" indent="0">
              <a:buNone/>
              <a:defRPr sz="933"/>
            </a:lvl4pPr>
            <a:lvl5pPr marL="1215433" indent="0">
              <a:buNone/>
              <a:defRPr sz="933"/>
            </a:lvl5pPr>
            <a:lvl6pPr marL="1519292" indent="0">
              <a:buNone/>
              <a:defRPr sz="933"/>
            </a:lvl6pPr>
            <a:lvl7pPr marL="1823146" indent="0">
              <a:buNone/>
              <a:defRPr sz="933"/>
            </a:lvl7pPr>
            <a:lvl8pPr marL="2127001" indent="0">
              <a:buNone/>
              <a:defRPr sz="933"/>
            </a:lvl8pPr>
            <a:lvl9pPr marL="2430862" indent="0">
              <a:buNone/>
              <a:defRPr sz="933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</p:spTree>
    <p:extLst>
      <p:ext uri="{BB962C8B-B14F-4D97-AF65-F5344CB8AC3E}">
        <p14:creationId xmlns:p14="http://schemas.microsoft.com/office/powerpoint/2010/main" val="962988670"/>
      </p:ext>
    </p:extLst>
  </p:cSld>
  <p:clrMapOvr>
    <a:masterClrMapping/>
  </p:clrMapOvr>
  <p:transition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435600" cy="5257800"/>
          </a:xfrm>
        </p:spPr>
        <p:txBody>
          <a:bodyPr/>
          <a:lstStyle>
            <a:lvl1pPr>
              <a:defRPr sz="1933"/>
            </a:lvl1pPr>
            <a:lvl2pPr>
              <a:defRPr sz="1533"/>
            </a:lvl2pPr>
            <a:lvl3pPr>
              <a:defRPr sz="1333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6146800" y="1600200"/>
            <a:ext cx="5436659" cy="5257800"/>
          </a:xfrm>
        </p:spPr>
        <p:txBody>
          <a:bodyPr/>
          <a:lstStyle>
            <a:lvl1pPr>
              <a:defRPr sz="1933"/>
            </a:lvl1pPr>
            <a:lvl2pPr>
              <a:defRPr sz="1533"/>
            </a:lvl2pPr>
            <a:lvl3pPr>
              <a:defRPr sz="1333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</p:spTree>
    <p:extLst>
      <p:ext uri="{BB962C8B-B14F-4D97-AF65-F5344CB8AC3E}">
        <p14:creationId xmlns:p14="http://schemas.microsoft.com/office/powerpoint/2010/main" val="748963496"/>
      </p:ext>
    </p:extLst>
  </p:cSld>
  <p:clrMapOvr>
    <a:masterClrMapping/>
  </p:clrMapOvr>
  <p:transition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09621" y="275167"/>
            <a:ext cx="10972802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609638" y="1535643"/>
            <a:ext cx="5386917" cy="639233"/>
          </a:xfrm>
        </p:spPr>
        <p:txBody>
          <a:bodyPr anchor="b"/>
          <a:lstStyle>
            <a:lvl1pPr marL="0" indent="0">
              <a:buNone/>
              <a:defRPr sz="1533" b="1"/>
            </a:lvl1pPr>
            <a:lvl2pPr marL="303860" indent="0">
              <a:buNone/>
              <a:defRPr sz="1333" b="1"/>
            </a:lvl2pPr>
            <a:lvl3pPr marL="607721" indent="0">
              <a:buNone/>
              <a:defRPr sz="1200" b="1"/>
            </a:lvl3pPr>
            <a:lvl4pPr marL="911579" indent="0">
              <a:buNone/>
              <a:defRPr sz="1067" b="1"/>
            </a:lvl4pPr>
            <a:lvl5pPr marL="1215433" indent="0">
              <a:buNone/>
              <a:defRPr sz="1067" b="1"/>
            </a:lvl5pPr>
            <a:lvl6pPr marL="1519292" indent="0">
              <a:buNone/>
              <a:defRPr sz="1067" b="1"/>
            </a:lvl6pPr>
            <a:lvl7pPr marL="1823146" indent="0">
              <a:buNone/>
              <a:defRPr sz="1067" b="1"/>
            </a:lvl7pPr>
            <a:lvl8pPr marL="2127001" indent="0">
              <a:buNone/>
              <a:defRPr sz="1067" b="1"/>
            </a:lvl8pPr>
            <a:lvl9pPr marL="2430862" indent="0">
              <a:buNone/>
              <a:defRPr sz="1067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609638" y="2174885"/>
            <a:ext cx="5386917" cy="3951817"/>
          </a:xfrm>
        </p:spPr>
        <p:txBody>
          <a:bodyPr/>
          <a:lstStyle>
            <a:lvl1pPr>
              <a:defRPr sz="1533"/>
            </a:lvl1pPr>
            <a:lvl2pPr>
              <a:defRPr sz="1333"/>
            </a:lvl2pPr>
            <a:lvl3pPr>
              <a:defRPr sz="1200"/>
            </a:lvl3pPr>
            <a:lvl4pPr>
              <a:defRPr sz="1067"/>
            </a:lvl4pPr>
            <a:lvl5pPr>
              <a:defRPr sz="1067"/>
            </a:lvl5pPr>
            <a:lvl6pPr>
              <a:defRPr sz="1067"/>
            </a:lvl6pPr>
            <a:lvl7pPr>
              <a:defRPr sz="1067"/>
            </a:lvl7pPr>
            <a:lvl8pPr>
              <a:defRPr sz="1067"/>
            </a:lvl8pPr>
            <a:lvl9pPr>
              <a:defRPr sz="1067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6193405" y="1535643"/>
            <a:ext cx="5389033" cy="639233"/>
          </a:xfrm>
        </p:spPr>
        <p:txBody>
          <a:bodyPr anchor="b"/>
          <a:lstStyle>
            <a:lvl1pPr marL="0" indent="0">
              <a:buNone/>
              <a:defRPr sz="1533" b="1"/>
            </a:lvl1pPr>
            <a:lvl2pPr marL="303860" indent="0">
              <a:buNone/>
              <a:defRPr sz="1333" b="1"/>
            </a:lvl2pPr>
            <a:lvl3pPr marL="607721" indent="0">
              <a:buNone/>
              <a:defRPr sz="1200" b="1"/>
            </a:lvl3pPr>
            <a:lvl4pPr marL="911579" indent="0">
              <a:buNone/>
              <a:defRPr sz="1067" b="1"/>
            </a:lvl4pPr>
            <a:lvl5pPr marL="1215433" indent="0">
              <a:buNone/>
              <a:defRPr sz="1067" b="1"/>
            </a:lvl5pPr>
            <a:lvl6pPr marL="1519292" indent="0">
              <a:buNone/>
              <a:defRPr sz="1067" b="1"/>
            </a:lvl6pPr>
            <a:lvl7pPr marL="1823146" indent="0">
              <a:buNone/>
              <a:defRPr sz="1067" b="1"/>
            </a:lvl7pPr>
            <a:lvl8pPr marL="2127001" indent="0">
              <a:buNone/>
              <a:defRPr sz="1067" b="1"/>
            </a:lvl8pPr>
            <a:lvl9pPr marL="2430862" indent="0">
              <a:buNone/>
              <a:defRPr sz="1067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6193405" y="2174885"/>
            <a:ext cx="5389033" cy="3951817"/>
          </a:xfrm>
        </p:spPr>
        <p:txBody>
          <a:bodyPr/>
          <a:lstStyle>
            <a:lvl1pPr>
              <a:defRPr sz="1533"/>
            </a:lvl1pPr>
            <a:lvl2pPr>
              <a:defRPr sz="1333"/>
            </a:lvl2pPr>
            <a:lvl3pPr>
              <a:defRPr sz="1200"/>
            </a:lvl3pPr>
            <a:lvl4pPr>
              <a:defRPr sz="1067"/>
            </a:lvl4pPr>
            <a:lvl5pPr>
              <a:defRPr sz="1067"/>
            </a:lvl5pPr>
            <a:lvl6pPr>
              <a:defRPr sz="1067"/>
            </a:lvl6pPr>
            <a:lvl7pPr>
              <a:defRPr sz="1067"/>
            </a:lvl7pPr>
            <a:lvl8pPr>
              <a:defRPr sz="1067"/>
            </a:lvl8pPr>
            <a:lvl9pPr>
              <a:defRPr sz="1067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</p:spTree>
    <p:extLst>
      <p:ext uri="{BB962C8B-B14F-4D97-AF65-F5344CB8AC3E}">
        <p14:creationId xmlns:p14="http://schemas.microsoft.com/office/powerpoint/2010/main" val="698664965"/>
      </p:ext>
    </p:extLst>
  </p:cSld>
  <p:clrMapOvr>
    <a:masterClrMapping/>
  </p:clrMapOvr>
  <p:transition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</p:spTree>
    <p:extLst>
      <p:ext uri="{BB962C8B-B14F-4D97-AF65-F5344CB8AC3E}">
        <p14:creationId xmlns:p14="http://schemas.microsoft.com/office/powerpoint/2010/main" val="3453561170"/>
      </p:ext>
    </p:extLst>
  </p:cSld>
  <p:clrMapOvr>
    <a:masterClrMapping/>
  </p:clrMapOvr>
  <p:transition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90139414"/>
      </p:ext>
    </p:extLst>
  </p:cSld>
  <p:clrMapOvr>
    <a:masterClrMapping/>
  </p:clrMapOvr>
  <p:transition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09654" y="273129"/>
            <a:ext cx="4011086" cy="1162050"/>
          </a:xfrm>
        </p:spPr>
        <p:txBody>
          <a:bodyPr anchor="b"/>
          <a:lstStyle>
            <a:lvl1pPr algn="l">
              <a:defRPr sz="1333" b="1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766735" y="273129"/>
            <a:ext cx="6815667" cy="5853642"/>
          </a:xfrm>
        </p:spPr>
        <p:txBody>
          <a:bodyPr/>
          <a:lstStyle>
            <a:lvl1pPr>
              <a:defRPr sz="2000"/>
            </a:lvl1pPr>
            <a:lvl2pPr>
              <a:defRPr sz="1933"/>
            </a:lvl2pPr>
            <a:lvl3pPr>
              <a:defRPr sz="1533"/>
            </a:lvl3pPr>
            <a:lvl4pPr>
              <a:defRPr sz="1333"/>
            </a:lvl4pPr>
            <a:lvl5pPr>
              <a:defRPr sz="1333"/>
            </a:lvl5pPr>
            <a:lvl6pPr>
              <a:defRPr sz="1333"/>
            </a:lvl6pPr>
            <a:lvl7pPr>
              <a:defRPr sz="1333"/>
            </a:lvl7pPr>
            <a:lvl8pPr>
              <a:defRPr sz="1333"/>
            </a:lvl8pPr>
            <a:lvl9pPr>
              <a:defRPr sz="1333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609654" y="1435100"/>
            <a:ext cx="4011086" cy="4691592"/>
          </a:xfrm>
        </p:spPr>
        <p:txBody>
          <a:bodyPr/>
          <a:lstStyle>
            <a:lvl1pPr marL="0" indent="0">
              <a:buNone/>
              <a:defRPr sz="933"/>
            </a:lvl1pPr>
            <a:lvl2pPr marL="303860" indent="0">
              <a:buNone/>
              <a:defRPr sz="867"/>
            </a:lvl2pPr>
            <a:lvl3pPr marL="607721" indent="0">
              <a:buNone/>
              <a:defRPr sz="733"/>
            </a:lvl3pPr>
            <a:lvl4pPr marL="911579" indent="0">
              <a:buNone/>
              <a:defRPr sz="600"/>
            </a:lvl4pPr>
            <a:lvl5pPr marL="1215433" indent="0">
              <a:buNone/>
              <a:defRPr sz="600"/>
            </a:lvl5pPr>
            <a:lvl6pPr marL="1519292" indent="0">
              <a:buNone/>
              <a:defRPr sz="600"/>
            </a:lvl6pPr>
            <a:lvl7pPr marL="1823146" indent="0">
              <a:buNone/>
              <a:defRPr sz="600"/>
            </a:lvl7pPr>
            <a:lvl8pPr marL="2127001" indent="0">
              <a:buNone/>
              <a:defRPr sz="600"/>
            </a:lvl8pPr>
            <a:lvl9pPr marL="2430862" indent="0">
              <a:buNone/>
              <a:defRPr sz="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</p:spTree>
    <p:extLst>
      <p:ext uri="{BB962C8B-B14F-4D97-AF65-F5344CB8AC3E}">
        <p14:creationId xmlns:p14="http://schemas.microsoft.com/office/powerpoint/2010/main" val="897425028"/>
      </p:ext>
    </p:extLst>
  </p:cSld>
  <p:clrMapOvr>
    <a:masterClrMapping/>
  </p:clrMapOvr>
  <p:transition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2389724" y="4800641"/>
            <a:ext cx="7315200" cy="567267"/>
          </a:xfrm>
        </p:spPr>
        <p:txBody>
          <a:bodyPr anchor="b"/>
          <a:lstStyle>
            <a:lvl1pPr algn="l">
              <a:defRPr sz="1333" b="1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2389724" y="612775"/>
            <a:ext cx="7315200" cy="4114800"/>
          </a:xfrm>
        </p:spPr>
        <p:txBody>
          <a:bodyPr/>
          <a:lstStyle>
            <a:lvl1pPr marL="0" indent="0">
              <a:buNone/>
              <a:defRPr sz="2000"/>
            </a:lvl1pPr>
            <a:lvl2pPr marL="303860" indent="0">
              <a:buNone/>
              <a:defRPr sz="1933"/>
            </a:lvl2pPr>
            <a:lvl3pPr marL="607721" indent="0">
              <a:buNone/>
              <a:defRPr sz="1533"/>
            </a:lvl3pPr>
            <a:lvl4pPr marL="911579" indent="0">
              <a:buNone/>
              <a:defRPr sz="1333"/>
            </a:lvl4pPr>
            <a:lvl5pPr marL="1215433" indent="0">
              <a:buNone/>
              <a:defRPr sz="1333"/>
            </a:lvl5pPr>
            <a:lvl6pPr marL="1519292" indent="0">
              <a:buNone/>
              <a:defRPr sz="1333"/>
            </a:lvl6pPr>
            <a:lvl7pPr marL="1823146" indent="0">
              <a:buNone/>
              <a:defRPr sz="1333"/>
            </a:lvl7pPr>
            <a:lvl8pPr marL="2127001" indent="0">
              <a:buNone/>
              <a:defRPr sz="1333"/>
            </a:lvl8pPr>
            <a:lvl9pPr marL="2430862" indent="0">
              <a:buNone/>
              <a:defRPr sz="1333"/>
            </a:lvl9pPr>
          </a:lstStyle>
          <a:p>
            <a:pPr lvl="0"/>
            <a:endParaRPr lang="es-ES" noProof="0">
              <a:sym typeface="Lucida Grande" charset="0"/>
            </a:endParaRPr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2389724" y="5367899"/>
            <a:ext cx="7315200" cy="804333"/>
          </a:xfrm>
        </p:spPr>
        <p:txBody>
          <a:bodyPr/>
          <a:lstStyle>
            <a:lvl1pPr marL="0" indent="0">
              <a:buNone/>
              <a:defRPr sz="933"/>
            </a:lvl1pPr>
            <a:lvl2pPr marL="303860" indent="0">
              <a:buNone/>
              <a:defRPr sz="867"/>
            </a:lvl2pPr>
            <a:lvl3pPr marL="607721" indent="0">
              <a:buNone/>
              <a:defRPr sz="733"/>
            </a:lvl3pPr>
            <a:lvl4pPr marL="911579" indent="0">
              <a:buNone/>
              <a:defRPr sz="600"/>
            </a:lvl4pPr>
            <a:lvl5pPr marL="1215433" indent="0">
              <a:buNone/>
              <a:defRPr sz="600"/>
            </a:lvl5pPr>
            <a:lvl6pPr marL="1519292" indent="0">
              <a:buNone/>
              <a:defRPr sz="600"/>
            </a:lvl6pPr>
            <a:lvl7pPr marL="1823146" indent="0">
              <a:buNone/>
              <a:defRPr sz="600"/>
            </a:lvl7pPr>
            <a:lvl8pPr marL="2127001" indent="0">
              <a:buNone/>
              <a:defRPr sz="600"/>
            </a:lvl8pPr>
            <a:lvl9pPr marL="2430862" indent="0">
              <a:buNone/>
              <a:defRPr sz="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</p:spTree>
    <p:extLst>
      <p:ext uri="{BB962C8B-B14F-4D97-AF65-F5344CB8AC3E}">
        <p14:creationId xmlns:p14="http://schemas.microsoft.com/office/powerpoint/2010/main" val="3020334557"/>
      </p:ext>
    </p:extLst>
  </p:cSld>
  <p:clrMapOvr>
    <a:masterClrMapping/>
  </p:clrMapOvr>
  <p:transition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</p:spTree>
    <p:extLst>
      <p:ext uri="{BB962C8B-B14F-4D97-AF65-F5344CB8AC3E}">
        <p14:creationId xmlns:p14="http://schemas.microsoft.com/office/powerpoint/2010/main" val="3924175007"/>
      </p:ext>
    </p:extLst>
  </p:cSld>
  <p:clrMapOvr>
    <a:masterClrMapping/>
  </p:clrMapOvr>
  <p:transition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8840257" y="274112"/>
            <a:ext cx="2743200" cy="6583891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609653" y="274112"/>
            <a:ext cx="8129060" cy="6583891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</p:spTree>
    <p:extLst>
      <p:ext uri="{BB962C8B-B14F-4D97-AF65-F5344CB8AC3E}">
        <p14:creationId xmlns:p14="http://schemas.microsoft.com/office/powerpoint/2010/main" val="1251660938"/>
      </p:ext>
    </p:extLst>
  </p:cSld>
  <p:clrMapOvr>
    <a:masterClrMapping/>
  </p:clrMapOvr>
  <p:transition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D2FBD7-DCF9-4FE1-9280-1643F48B2E74}" type="datetimeFigureOut">
              <a:rPr lang="es-CL" smtClean="0"/>
              <a:t>05-03-26</a:t>
            </a:fld>
            <a:endParaRPr lang="es-CL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6F00BA-1DFE-4515-81A7-40B002E8322F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41688809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D2FBD7-DCF9-4FE1-9280-1643F48B2E74}" type="datetimeFigureOut">
              <a:rPr lang="es-CL" smtClean="0"/>
              <a:t>05-03-26</a:t>
            </a:fld>
            <a:endParaRPr lang="es-CL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6F00BA-1DFE-4515-81A7-40B002E8322F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14839542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D2FBD7-DCF9-4FE1-9280-1643F48B2E74}" type="datetimeFigureOut">
              <a:rPr lang="es-CL" smtClean="0"/>
              <a:t>05-03-26</a:t>
            </a:fld>
            <a:endParaRPr lang="es-CL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6F00BA-1DFE-4515-81A7-40B002E8322F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33055062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D2FBD7-DCF9-4FE1-9280-1643F48B2E74}" type="datetimeFigureOut">
              <a:rPr lang="es-CL" smtClean="0"/>
              <a:t>05-03-26</a:t>
            </a:fld>
            <a:endParaRPr lang="es-CL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6F00BA-1DFE-4515-81A7-40B002E8322F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70490717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D2FBD7-DCF9-4FE1-9280-1643F48B2E74}" type="datetimeFigureOut">
              <a:rPr lang="es-CL" smtClean="0"/>
              <a:t>05-03-26</a:t>
            </a:fld>
            <a:endParaRPr lang="es-CL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6F00BA-1DFE-4515-81A7-40B002E8322F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37038494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D2FBD7-DCF9-4FE1-9280-1643F48B2E74}" type="datetimeFigureOut">
              <a:rPr lang="es-CL" smtClean="0"/>
              <a:t>05-03-26</a:t>
            </a:fld>
            <a:endParaRPr lang="es-CL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6F00BA-1DFE-4515-81A7-40B002E8322F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21213761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D2FBD7-DCF9-4FE1-9280-1643F48B2E74}" type="datetimeFigureOut">
              <a:rPr lang="es-CL" smtClean="0"/>
              <a:t>05-03-26</a:t>
            </a:fld>
            <a:endParaRPr lang="es-CL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6F00BA-1DFE-4515-81A7-40B002E8322F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84562677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D2FBD7-DCF9-4FE1-9280-1643F48B2E74}" type="datetimeFigureOut">
              <a:rPr lang="es-CL" smtClean="0"/>
              <a:t>05-03-26</a:t>
            </a:fld>
            <a:endParaRPr lang="es-CL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6F00BA-1DFE-4515-81A7-40B002E8322F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854100437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L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D2FBD7-DCF9-4FE1-9280-1643F48B2E74}" type="datetimeFigureOut">
              <a:rPr lang="es-CL" smtClean="0"/>
              <a:t>05-03-26</a:t>
            </a:fld>
            <a:endParaRPr lang="es-CL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6F00BA-1DFE-4515-81A7-40B002E8322F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491603316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D2FBD7-DCF9-4FE1-9280-1643F48B2E74}" type="datetimeFigureOut">
              <a:rPr lang="es-CL" smtClean="0"/>
              <a:t>05-03-26</a:t>
            </a:fld>
            <a:endParaRPr lang="es-CL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6F00BA-1DFE-4515-81A7-40B002E8322F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148986573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D2FBD7-DCF9-4FE1-9280-1643F48B2E74}" type="datetimeFigureOut">
              <a:rPr lang="es-CL" smtClean="0"/>
              <a:t>05-03-26</a:t>
            </a:fld>
            <a:endParaRPr lang="es-CL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6F00BA-1DFE-4515-81A7-40B002E8322F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875467211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/>
          <p:cNvPicPr>
            <a:picLocks noChangeAspect="1"/>
          </p:cNvPicPr>
          <p:nvPr/>
        </p:nvPicPr>
        <mc:AlternateContent xmlns:mc="http://schemas.openxmlformats.org/markup-compatibility/2006">
          <mc:Choice xmlns="" xmlns:mv="urn:schemas-microsoft-com:mac:vml" xmlns:ma="http://schemas.microsoft.com/office/mac/drawingml/2008/main" Requires="ma">
            <p:blipFill>
              <a:blip r:embed="rId2"/>
              <a:stretch>
                <a:fillRect/>
              </a:stretch>
            </p:blipFill>
          </mc:Choice>
          <mc:Fallback>
            <p:blipFill>
              <a:blip r:embed="rId3"/>
              <a:stretch>
                <a:fillRect/>
              </a:stretch>
            </p:blipFill>
          </mc:Fallback>
        </mc:AlternateContent>
        <p:spPr>
          <a:xfrm>
            <a:off x="1559096" y="2943607"/>
            <a:ext cx="3114504" cy="911160"/>
          </a:xfrm>
          <a:prstGeom prst="rect">
            <a:avLst/>
          </a:prstGeom>
        </p:spPr>
      </p:pic>
      <p:pic>
        <p:nvPicPr>
          <p:cNvPr id="7" name="Imagen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95440" y="-635000"/>
            <a:ext cx="3701360" cy="609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9876055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Diapositiva de título">
    <p:bg>
      <p:bgPr>
        <a:solidFill>
          <a:srgbClr val="504FB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748A6285-A3A5-F8F8-F082-F32E16565A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77828"/>
            <a:ext cx="5257800" cy="1325563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</a:lstStyle>
          <a:p>
            <a:r>
              <a:rPr lang="es-MX"/>
              <a:t>Haz clic para modificar el estilo de título del patrón</a:t>
            </a:r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28931980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_tradnl"/>
              <a:t>Haga clic para modificar el estilo de título del patrón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_tradnl"/>
              <a:t>Haga clic para modificar el estilo de subtítulo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E0E66B-1186-B54C-902F-E96940A69590}" type="datetimeFigureOut">
              <a:rPr lang="es-ES_tradnl" smtClean="0"/>
              <a:t>5/3/26</a:t>
            </a:fld>
            <a:endParaRPr lang="es-ES_tradnl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BFD7FD-347F-6846-9D9E-D4F1E9EE1371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391148295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_tradnl"/>
              <a:t>Haga clic para modificar los estilos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E0E66B-1186-B54C-902F-E96940A69590}" type="datetimeFigureOut">
              <a:rPr lang="es-ES_tradnl" smtClean="0"/>
              <a:t>5/3/26</a:t>
            </a:fld>
            <a:endParaRPr lang="es-ES_tradnl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BFD7FD-347F-6846-9D9E-D4F1E9EE1371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410436241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_tradnl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_tradnl"/>
              <a:t>Haga clic para modificar los estilos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E0E66B-1186-B54C-902F-E96940A69590}" type="datetimeFigureOut">
              <a:rPr lang="es-ES_tradnl" smtClean="0"/>
              <a:t>5/3/26</a:t>
            </a:fld>
            <a:endParaRPr lang="es-ES_tradnl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BFD7FD-347F-6846-9D9E-D4F1E9EE1371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804390451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_tradnl"/>
              <a:t>Haga clic para modificar los estilos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_tradnl"/>
              <a:t>Haga clic para modificar los estilos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E0E66B-1186-B54C-902F-E96940A69590}" type="datetimeFigureOut">
              <a:rPr lang="es-ES_tradnl" smtClean="0"/>
              <a:t>5/3/26</a:t>
            </a:fld>
            <a:endParaRPr lang="es-ES_tradnl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BFD7FD-347F-6846-9D9E-D4F1E9EE1371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675277228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_tradnl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_tradnl"/>
              <a:t>Haga clic para modificar los estilos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_tradnl"/>
              <a:t>Haga clic para modificar los estilos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_tradnl"/>
              <a:t>Haga clic para modificar los estilos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_tradnl"/>
              <a:t>Haga clic para modificar los estilos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E0E66B-1186-B54C-902F-E96940A69590}" type="datetimeFigureOut">
              <a:rPr lang="es-ES_tradnl" smtClean="0"/>
              <a:t>5/3/26</a:t>
            </a:fld>
            <a:endParaRPr lang="es-ES_tradnl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BFD7FD-347F-6846-9D9E-D4F1E9EE1371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787139890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Haga clic para modificar el estilo de título del patrón</a:t>
            </a:r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E0E66B-1186-B54C-902F-E96940A69590}" type="datetimeFigureOut">
              <a:rPr lang="es-ES_tradnl" smtClean="0"/>
              <a:t>5/3/26</a:t>
            </a:fld>
            <a:endParaRPr lang="es-ES_tradnl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BFD7FD-347F-6846-9D9E-D4F1E9EE1371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245296750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2465F329-6D95-B04E-BDD3-812B65D906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3364307"/>
            <a:ext cx="404185" cy="246221"/>
          </a:xfrm>
          <a:noFill/>
        </p:spPr>
        <p:txBody>
          <a:bodyPr wrap="square" lIns="0" rIns="0" rtlCol="0">
            <a:spAutoFit/>
          </a:bodyPr>
          <a:lstStyle>
            <a:lvl1pPr>
              <a:defRPr lang="es-ES_tradnl" sz="1000" smtClean="0">
                <a:solidFill>
                  <a:schemeClr val="bg2">
                    <a:lumMod val="10000"/>
                  </a:schemeClr>
                </a:solidFill>
                <a:latin typeface="Gotham Regular" charset="0"/>
                <a:ea typeface="Gotham Regular" charset="0"/>
                <a:cs typeface="Gotham Regular" charset="0"/>
              </a:defRPr>
            </a:lvl1pPr>
          </a:lstStyle>
          <a:p>
            <a:pPr algn="ctr"/>
            <a:fld id="{12BFD7FD-347F-6846-9D9E-D4F1E9EE1371}" type="slidenum">
              <a:rPr lang="es-CL" smtClean="0"/>
              <a:pPr algn="ctr"/>
              <a:t>‹Nº›</a:t>
            </a:fld>
            <a:endParaRPr lang="es-CL" dirty="0"/>
          </a:p>
        </p:txBody>
      </p:sp>
      <p:cxnSp>
        <p:nvCxnSpPr>
          <p:cNvPr id="6" name="Conector recto 5">
            <a:extLst>
              <a:ext uri="{FF2B5EF4-FFF2-40B4-BE49-F238E27FC236}">
                <a16:creationId xmlns:a16="http://schemas.microsoft.com/office/drawing/2014/main" id="{30C445FA-D82E-6D44-BC50-8156ECC27684}"/>
              </a:ext>
            </a:extLst>
          </p:cNvPr>
          <p:cNvCxnSpPr/>
          <p:nvPr userDrawn="1"/>
        </p:nvCxnSpPr>
        <p:spPr>
          <a:xfrm flipV="1">
            <a:off x="404197" y="0"/>
            <a:ext cx="0" cy="6858000"/>
          </a:xfrm>
          <a:prstGeom prst="line">
            <a:avLst/>
          </a:prstGeom>
          <a:ln w="31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618617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E0E66B-1186-B54C-902F-E96940A69590}" type="datetimeFigureOut">
              <a:rPr lang="es-ES_tradnl" smtClean="0"/>
              <a:t>5/3/26</a:t>
            </a:fld>
            <a:endParaRPr lang="es-ES_tradnl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BFD7FD-347F-6846-9D9E-D4F1E9EE1371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583910672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_tradnl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_tradnl"/>
              <a:t>Haga clic para modificar los estilos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_tradnl"/>
              <a:t>Haga clic para modificar los estilos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E0E66B-1186-B54C-902F-E96940A69590}" type="datetimeFigureOut">
              <a:rPr lang="es-ES_tradnl" smtClean="0"/>
              <a:t>5/3/26</a:t>
            </a:fld>
            <a:endParaRPr lang="es-ES_tradnl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BFD7FD-347F-6846-9D9E-D4F1E9EE1371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371433442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_tradnl"/>
              <a:t>Haga clic para modificar el estilo de título del patrón</a:t>
            </a:r>
          </a:p>
        </p:txBody>
      </p:sp>
      <p:sp>
        <p:nvSpPr>
          <p:cNvPr id="3" name="Marcador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_tradnl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_tradnl"/>
              <a:t>Haga clic para modificar los estilos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E0E66B-1186-B54C-902F-E96940A69590}" type="datetimeFigureOut">
              <a:rPr lang="es-ES_tradnl" smtClean="0"/>
              <a:t>5/3/26</a:t>
            </a:fld>
            <a:endParaRPr lang="es-ES_tradnl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BFD7FD-347F-6846-9D9E-D4F1E9EE1371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739158321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Haga clic para modificar el estilo de título del patrón</a:t>
            </a:r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_tradnl"/>
              <a:t>Haga clic para modificar los estilos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E0E66B-1186-B54C-902F-E96940A69590}" type="datetimeFigureOut">
              <a:rPr lang="es-ES_tradnl" smtClean="0"/>
              <a:t>5/3/26</a:t>
            </a:fld>
            <a:endParaRPr lang="es-ES_tradnl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BFD7FD-347F-6846-9D9E-D4F1E9EE1371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510427036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_tradnl"/>
              <a:t>Haga clic para modificar el estilo de título del patrón</a:t>
            </a:r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_tradnl"/>
              <a:t>Haga clic para modificar los estilos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E0E66B-1186-B54C-902F-E96940A69590}" type="datetimeFigureOut">
              <a:rPr lang="es-ES_tradnl" smtClean="0"/>
              <a:t>5/3/26</a:t>
            </a:fld>
            <a:endParaRPr lang="es-ES_tradnl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BFD7FD-347F-6846-9D9E-D4F1E9EE1371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118992935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Marcador de imagen 48"/>
          <p:cNvSpPr>
            <a:spLocks noGrp="1"/>
          </p:cNvSpPr>
          <p:nvPr>
            <p:ph type="pic" sz="quarter" idx="14"/>
          </p:nvPr>
        </p:nvSpPr>
        <p:spPr>
          <a:xfrm>
            <a:off x="1947135" y="491965"/>
            <a:ext cx="250546" cy="644652"/>
          </a:xfrm>
          <a:custGeom>
            <a:avLst/>
            <a:gdLst>
              <a:gd name="connsiteX0" fmla="*/ 171907 w 250546"/>
              <a:gd name="connsiteY0" fmla="*/ 0 h 644652"/>
              <a:gd name="connsiteX1" fmla="*/ 250546 w 250546"/>
              <a:gd name="connsiteY1" fmla="*/ 0 h 644652"/>
              <a:gd name="connsiteX2" fmla="*/ 250546 w 250546"/>
              <a:gd name="connsiteY2" fmla="*/ 644652 h 644652"/>
              <a:gd name="connsiteX3" fmla="*/ 138989 w 250546"/>
              <a:gd name="connsiteY3" fmla="*/ 644652 h 644652"/>
              <a:gd name="connsiteX4" fmla="*/ 138989 w 250546"/>
              <a:gd name="connsiteY4" fmla="*/ 114300 h 644652"/>
              <a:gd name="connsiteX5" fmla="*/ 23775 w 250546"/>
              <a:gd name="connsiteY5" fmla="*/ 146304 h 644652"/>
              <a:gd name="connsiteX6" fmla="*/ 0 w 250546"/>
              <a:gd name="connsiteY6" fmla="*/ 54864 h 6446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50546" h="644652">
                <a:moveTo>
                  <a:pt x="171907" y="0"/>
                </a:moveTo>
                <a:lnTo>
                  <a:pt x="250546" y="0"/>
                </a:lnTo>
                <a:lnTo>
                  <a:pt x="250546" y="644652"/>
                </a:lnTo>
                <a:lnTo>
                  <a:pt x="138989" y="644652"/>
                </a:lnTo>
                <a:lnTo>
                  <a:pt x="138989" y="114300"/>
                </a:lnTo>
                <a:lnTo>
                  <a:pt x="23775" y="146304"/>
                </a:lnTo>
                <a:lnTo>
                  <a:pt x="0" y="54864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/>
          <a:p>
            <a:endParaRPr lang="es-ES_tradnl" dirty="0"/>
          </a:p>
        </p:txBody>
      </p:sp>
      <p:sp>
        <p:nvSpPr>
          <p:cNvPr id="50" name="Marcador de imagen 49"/>
          <p:cNvSpPr>
            <a:spLocks noGrp="1"/>
          </p:cNvSpPr>
          <p:nvPr>
            <p:ph type="pic" sz="quarter" idx="15"/>
          </p:nvPr>
        </p:nvSpPr>
        <p:spPr>
          <a:xfrm>
            <a:off x="3225510" y="487393"/>
            <a:ext cx="462687" cy="649224"/>
          </a:xfrm>
          <a:custGeom>
            <a:avLst/>
            <a:gdLst>
              <a:gd name="connsiteX0" fmla="*/ 245060 w 462687"/>
              <a:gd name="connsiteY0" fmla="*/ 0 h 649224"/>
              <a:gd name="connsiteX1" fmla="*/ 330556 w 462687"/>
              <a:gd name="connsiteY1" fmla="*/ 13716 h 649224"/>
              <a:gd name="connsiteX2" fmla="*/ 397307 w 462687"/>
              <a:gd name="connsiteY2" fmla="*/ 52578 h 649224"/>
              <a:gd name="connsiteX3" fmla="*/ 440741 w 462687"/>
              <a:gd name="connsiteY3" fmla="*/ 112928 h 649224"/>
              <a:gd name="connsiteX4" fmla="*/ 456286 w 462687"/>
              <a:gd name="connsiteY4" fmla="*/ 191110 h 649224"/>
              <a:gd name="connsiteX5" fmla="*/ 456286 w 462687"/>
              <a:gd name="connsiteY5" fmla="*/ 192938 h 649224"/>
              <a:gd name="connsiteX6" fmla="*/ 446227 w 462687"/>
              <a:gd name="connsiteY6" fmla="*/ 261061 h 649224"/>
              <a:gd name="connsiteX7" fmla="*/ 415595 w 462687"/>
              <a:gd name="connsiteY7" fmla="*/ 320040 h 649224"/>
              <a:gd name="connsiteX8" fmla="*/ 363474 w 462687"/>
              <a:gd name="connsiteY8" fmla="*/ 377190 h 649224"/>
              <a:gd name="connsiteX9" fmla="*/ 289865 w 462687"/>
              <a:gd name="connsiteY9" fmla="*/ 440741 h 649224"/>
              <a:gd name="connsiteX10" fmla="*/ 158192 w 462687"/>
              <a:gd name="connsiteY10" fmla="*/ 550469 h 649224"/>
              <a:gd name="connsiteX11" fmla="*/ 462687 w 462687"/>
              <a:gd name="connsiteY11" fmla="*/ 550469 h 649224"/>
              <a:gd name="connsiteX12" fmla="*/ 462687 w 462687"/>
              <a:gd name="connsiteY12" fmla="*/ 649224 h 649224"/>
              <a:gd name="connsiteX13" fmla="*/ 0 w 462687"/>
              <a:gd name="connsiteY13" fmla="*/ 649224 h 649224"/>
              <a:gd name="connsiteX14" fmla="*/ 0 w 462687"/>
              <a:gd name="connsiteY14" fmla="*/ 560527 h 649224"/>
              <a:gd name="connsiteX15" fmla="*/ 220371 w 462687"/>
              <a:gd name="connsiteY15" fmla="*/ 373075 h 649224"/>
              <a:gd name="connsiteX16" fmla="*/ 276149 w 462687"/>
              <a:gd name="connsiteY16" fmla="*/ 323241 h 649224"/>
              <a:gd name="connsiteX17" fmla="*/ 313182 w 462687"/>
              <a:gd name="connsiteY17" fmla="*/ 280721 h 649224"/>
              <a:gd name="connsiteX18" fmla="*/ 333756 w 462687"/>
              <a:gd name="connsiteY18" fmla="*/ 241402 h 649224"/>
              <a:gd name="connsiteX19" fmla="*/ 340157 w 462687"/>
              <a:gd name="connsiteY19" fmla="*/ 200254 h 649224"/>
              <a:gd name="connsiteX20" fmla="*/ 310439 w 462687"/>
              <a:gd name="connsiteY20" fmla="*/ 126644 h 649224"/>
              <a:gd name="connsiteX21" fmla="*/ 236830 w 462687"/>
              <a:gd name="connsiteY21" fmla="*/ 100584 h 649224"/>
              <a:gd name="connsiteX22" fmla="*/ 159563 w 462687"/>
              <a:gd name="connsiteY22" fmla="*/ 124358 h 649224"/>
              <a:gd name="connsiteX23" fmla="*/ 88697 w 462687"/>
              <a:gd name="connsiteY23" fmla="*/ 196596 h 649224"/>
              <a:gd name="connsiteX24" fmla="*/ 9144 w 462687"/>
              <a:gd name="connsiteY24" fmla="*/ 134417 h 649224"/>
              <a:gd name="connsiteX25" fmla="*/ 55779 w 462687"/>
              <a:gd name="connsiteY25" fmla="*/ 77267 h 649224"/>
              <a:gd name="connsiteX26" fmla="*/ 107442 w 462687"/>
              <a:gd name="connsiteY26" fmla="*/ 35205 h 649224"/>
              <a:gd name="connsiteX27" fmla="*/ 168707 w 462687"/>
              <a:gd name="connsiteY27" fmla="*/ 9144 h 649224"/>
              <a:gd name="connsiteX28" fmla="*/ 245060 w 462687"/>
              <a:gd name="connsiteY28" fmla="*/ 0 h 6492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462687" h="649224">
                <a:moveTo>
                  <a:pt x="245060" y="0"/>
                </a:moveTo>
                <a:cubicBezTo>
                  <a:pt x="276149" y="0"/>
                  <a:pt x="304648" y="4572"/>
                  <a:pt x="330556" y="13716"/>
                </a:cubicBezTo>
                <a:cubicBezTo>
                  <a:pt x="356464" y="22860"/>
                  <a:pt x="378714" y="35814"/>
                  <a:pt x="397307" y="52578"/>
                </a:cubicBezTo>
                <a:cubicBezTo>
                  <a:pt x="415900" y="69342"/>
                  <a:pt x="430378" y="89459"/>
                  <a:pt x="440741" y="112928"/>
                </a:cubicBezTo>
                <a:cubicBezTo>
                  <a:pt x="451104" y="136398"/>
                  <a:pt x="456286" y="162459"/>
                  <a:pt x="456286" y="191110"/>
                </a:cubicBezTo>
                <a:lnTo>
                  <a:pt x="456286" y="192938"/>
                </a:lnTo>
                <a:cubicBezTo>
                  <a:pt x="456286" y="217932"/>
                  <a:pt x="452933" y="240640"/>
                  <a:pt x="446227" y="261061"/>
                </a:cubicBezTo>
                <a:cubicBezTo>
                  <a:pt x="439522" y="281483"/>
                  <a:pt x="429311" y="301142"/>
                  <a:pt x="415595" y="320040"/>
                </a:cubicBezTo>
                <a:cubicBezTo>
                  <a:pt x="401879" y="338938"/>
                  <a:pt x="384506" y="357988"/>
                  <a:pt x="363474" y="377190"/>
                </a:cubicBezTo>
                <a:cubicBezTo>
                  <a:pt x="342443" y="396392"/>
                  <a:pt x="317907" y="417576"/>
                  <a:pt x="289865" y="440741"/>
                </a:cubicBezTo>
                <a:lnTo>
                  <a:pt x="158192" y="550469"/>
                </a:lnTo>
                <a:lnTo>
                  <a:pt x="462687" y="550469"/>
                </a:lnTo>
                <a:lnTo>
                  <a:pt x="462687" y="649224"/>
                </a:lnTo>
                <a:lnTo>
                  <a:pt x="0" y="649224"/>
                </a:lnTo>
                <a:lnTo>
                  <a:pt x="0" y="560527"/>
                </a:lnTo>
                <a:lnTo>
                  <a:pt x="220371" y="373075"/>
                </a:lnTo>
                <a:cubicBezTo>
                  <a:pt x="242316" y="354787"/>
                  <a:pt x="260909" y="338176"/>
                  <a:pt x="276149" y="323241"/>
                </a:cubicBezTo>
                <a:cubicBezTo>
                  <a:pt x="291389" y="308305"/>
                  <a:pt x="303734" y="294132"/>
                  <a:pt x="313182" y="280721"/>
                </a:cubicBezTo>
                <a:cubicBezTo>
                  <a:pt x="322631" y="267310"/>
                  <a:pt x="329489" y="254203"/>
                  <a:pt x="333756" y="241402"/>
                </a:cubicBezTo>
                <a:cubicBezTo>
                  <a:pt x="338023" y="228600"/>
                  <a:pt x="340157" y="214884"/>
                  <a:pt x="340157" y="200254"/>
                </a:cubicBezTo>
                <a:cubicBezTo>
                  <a:pt x="340157" y="168554"/>
                  <a:pt x="330251" y="144018"/>
                  <a:pt x="310439" y="126644"/>
                </a:cubicBezTo>
                <a:cubicBezTo>
                  <a:pt x="290627" y="109271"/>
                  <a:pt x="266091" y="100584"/>
                  <a:pt x="236830" y="100584"/>
                </a:cubicBezTo>
                <a:cubicBezTo>
                  <a:pt x="207569" y="100584"/>
                  <a:pt x="181814" y="108509"/>
                  <a:pt x="159563" y="124358"/>
                </a:cubicBezTo>
                <a:cubicBezTo>
                  <a:pt x="137313" y="140208"/>
                  <a:pt x="113691" y="164287"/>
                  <a:pt x="88697" y="196596"/>
                </a:cubicBezTo>
                <a:lnTo>
                  <a:pt x="9144" y="134417"/>
                </a:lnTo>
                <a:cubicBezTo>
                  <a:pt x="24384" y="113081"/>
                  <a:pt x="39929" y="94031"/>
                  <a:pt x="55779" y="77267"/>
                </a:cubicBezTo>
                <a:cubicBezTo>
                  <a:pt x="71628" y="60503"/>
                  <a:pt x="88849" y="46482"/>
                  <a:pt x="107442" y="35205"/>
                </a:cubicBezTo>
                <a:cubicBezTo>
                  <a:pt x="126035" y="23927"/>
                  <a:pt x="146457" y="15240"/>
                  <a:pt x="168707" y="9144"/>
                </a:cubicBezTo>
                <a:cubicBezTo>
                  <a:pt x="190957" y="3048"/>
                  <a:pt x="216408" y="0"/>
                  <a:pt x="245060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/>
          <a:p>
            <a:endParaRPr lang="es-ES_tradnl"/>
          </a:p>
        </p:txBody>
      </p:sp>
      <p:sp>
        <p:nvSpPr>
          <p:cNvPr id="51" name="Marcador de imagen 50"/>
          <p:cNvSpPr>
            <a:spLocks noGrp="1"/>
          </p:cNvSpPr>
          <p:nvPr>
            <p:ph type="pic" sz="quarter" idx="16"/>
          </p:nvPr>
        </p:nvSpPr>
        <p:spPr>
          <a:xfrm>
            <a:off x="4076212" y="518626"/>
            <a:ext cx="469087" cy="651053"/>
          </a:xfrm>
          <a:custGeom>
            <a:avLst/>
            <a:gdLst>
              <a:gd name="connsiteX0" fmla="*/ 35661 w 469087"/>
              <a:gd name="connsiteY0" fmla="*/ 0 h 651053"/>
              <a:gd name="connsiteX1" fmla="*/ 459029 w 469087"/>
              <a:gd name="connsiteY1" fmla="*/ 0 h 651053"/>
              <a:gd name="connsiteX2" fmla="*/ 459029 w 469087"/>
              <a:gd name="connsiteY2" fmla="*/ 84125 h 651053"/>
              <a:gd name="connsiteX3" fmla="*/ 280721 w 469087"/>
              <a:gd name="connsiteY3" fmla="*/ 267005 h 651053"/>
              <a:gd name="connsiteX4" fmla="*/ 351129 w 469087"/>
              <a:gd name="connsiteY4" fmla="*/ 283921 h 651053"/>
              <a:gd name="connsiteX5" fmla="*/ 411023 w 469087"/>
              <a:gd name="connsiteY5" fmla="*/ 317297 h 651053"/>
              <a:gd name="connsiteX6" fmla="*/ 453085 w 469087"/>
              <a:gd name="connsiteY6" fmla="*/ 370332 h 651053"/>
              <a:gd name="connsiteX7" fmla="*/ 469087 w 469087"/>
              <a:gd name="connsiteY7" fmla="*/ 447142 h 651053"/>
              <a:gd name="connsiteX8" fmla="*/ 469087 w 469087"/>
              <a:gd name="connsiteY8" fmla="*/ 448970 h 651053"/>
              <a:gd name="connsiteX9" fmla="*/ 452628 w 469087"/>
              <a:gd name="connsiteY9" fmla="*/ 530352 h 651053"/>
              <a:gd name="connsiteX10" fmla="*/ 406908 w 469087"/>
              <a:gd name="connsiteY10" fmla="*/ 594360 h 651053"/>
              <a:gd name="connsiteX11" fmla="*/ 336042 w 469087"/>
              <a:gd name="connsiteY11" fmla="*/ 635965 h 651053"/>
              <a:gd name="connsiteX12" fmla="*/ 245059 w 469087"/>
              <a:gd name="connsiteY12" fmla="*/ 651053 h 651053"/>
              <a:gd name="connsiteX13" fmla="*/ 101041 w 469087"/>
              <a:gd name="connsiteY13" fmla="*/ 619506 h 651053"/>
              <a:gd name="connsiteX14" fmla="*/ 0 w 469087"/>
              <a:gd name="connsiteY14" fmla="*/ 538582 h 651053"/>
              <a:gd name="connsiteX15" fmla="*/ 78638 w 469087"/>
              <a:gd name="connsiteY15" fmla="*/ 465430 h 651053"/>
              <a:gd name="connsiteX16" fmla="*/ 153162 w 469087"/>
              <a:gd name="connsiteY16" fmla="*/ 528066 h 651053"/>
              <a:gd name="connsiteX17" fmla="*/ 246888 w 469087"/>
              <a:gd name="connsiteY17" fmla="*/ 549554 h 651053"/>
              <a:gd name="connsiteX18" fmla="*/ 325984 w 469087"/>
              <a:gd name="connsiteY18" fmla="*/ 523037 h 651053"/>
              <a:gd name="connsiteX19" fmla="*/ 357530 w 469087"/>
              <a:gd name="connsiteY19" fmla="*/ 452628 h 651053"/>
              <a:gd name="connsiteX20" fmla="*/ 357530 w 469087"/>
              <a:gd name="connsiteY20" fmla="*/ 450799 h 651053"/>
              <a:gd name="connsiteX21" fmla="*/ 317754 w 469087"/>
              <a:gd name="connsiteY21" fmla="*/ 377647 h 651053"/>
              <a:gd name="connsiteX22" fmla="*/ 210312 w 469087"/>
              <a:gd name="connsiteY22" fmla="*/ 352044 h 651053"/>
              <a:gd name="connsiteX23" fmla="*/ 158191 w 469087"/>
              <a:gd name="connsiteY23" fmla="*/ 352044 h 651053"/>
              <a:gd name="connsiteX24" fmla="*/ 139903 w 469087"/>
              <a:gd name="connsiteY24" fmla="*/ 281635 h 651053"/>
              <a:gd name="connsiteX25" fmla="*/ 312725 w 469087"/>
              <a:gd name="connsiteY25" fmla="*/ 97841 h 651053"/>
              <a:gd name="connsiteX26" fmla="*/ 35661 w 469087"/>
              <a:gd name="connsiteY26" fmla="*/ 97841 h 6510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469087" h="651053">
                <a:moveTo>
                  <a:pt x="35661" y="0"/>
                </a:moveTo>
                <a:lnTo>
                  <a:pt x="459029" y="0"/>
                </a:lnTo>
                <a:lnTo>
                  <a:pt x="459029" y="84125"/>
                </a:lnTo>
                <a:lnTo>
                  <a:pt x="280721" y="267005"/>
                </a:lnTo>
                <a:cubicBezTo>
                  <a:pt x="305105" y="270053"/>
                  <a:pt x="328574" y="275692"/>
                  <a:pt x="351129" y="283921"/>
                </a:cubicBezTo>
                <a:cubicBezTo>
                  <a:pt x="373685" y="292151"/>
                  <a:pt x="393649" y="303276"/>
                  <a:pt x="411023" y="317297"/>
                </a:cubicBezTo>
                <a:cubicBezTo>
                  <a:pt x="428396" y="331318"/>
                  <a:pt x="442417" y="348996"/>
                  <a:pt x="453085" y="370332"/>
                </a:cubicBezTo>
                <a:cubicBezTo>
                  <a:pt x="463753" y="391668"/>
                  <a:pt x="469087" y="417271"/>
                  <a:pt x="469087" y="447142"/>
                </a:cubicBezTo>
                <a:lnTo>
                  <a:pt x="469087" y="448970"/>
                </a:lnTo>
                <a:cubicBezTo>
                  <a:pt x="469087" y="478231"/>
                  <a:pt x="463601" y="505358"/>
                  <a:pt x="452628" y="530352"/>
                </a:cubicBezTo>
                <a:cubicBezTo>
                  <a:pt x="441655" y="555346"/>
                  <a:pt x="426415" y="576682"/>
                  <a:pt x="406908" y="594360"/>
                </a:cubicBezTo>
                <a:cubicBezTo>
                  <a:pt x="387401" y="612039"/>
                  <a:pt x="363779" y="625907"/>
                  <a:pt x="336042" y="635965"/>
                </a:cubicBezTo>
                <a:cubicBezTo>
                  <a:pt x="308305" y="646024"/>
                  <a:pt x="277978" y="651053"/>
                  <a:pt x="245059" y="651053"/>
                </a:cubicBezTo>
                <a:cubicBezTo>
                  <a:pt x="188976" y="651053"/>
                  <a:pt x="140970" y="640537"/>
                  <a:pt x="101041" y="619506"/>
                </a:cubicBezTo>
                <a:cubicBezTo>
                  <a:pt x="61112" y="598475"/>
                  <a:pt x="27432" y="571500"/>
                  <a:pt x="0" y="538582"/>
                </a:cubicBezTo>
                <a:lnTo>
                  <a:pt x="78638" y="465430"/>
                </a:lnTo>
                <a:cubicBezTo>
                  <a:pt x="101803" y="492862"/>
                  <a:pt x="126644" y="513740"/>
                  <a:pt x="153162" y="528066"/>
                </a:cubicBezTo>
                <a:cubicBezTo>
                  <a:pt x="179679" y="542392"/>
                  <a:pt x="210921" y="549554"/>
                  <a:pt x="246888" y="549554"/>
                </a:cubicBezTo>
                <a:cubicBezTo>
                  <a:pt x="278587" y="549554"/>
                  <a:pt x="304952" y="540715"/>
                  <a:pt x="325984" y="523037"/>
                </a:cubicBezTo>
                <a:cubicBezTo>
                  <a:pt x="347015" y="505358"/>
                  <a:pt x="357530" y="481889"/>
                  <a:pt x="357530" y="452628"/>
                </a:cubicBezTo>
                <a:lnTo>
                  <a:pt x="357530" y="450799"/>
                </a:lnTo>
                <a:cubicBezTo>
                  <a:pt x="357530" y="419100"/>
                  <a:pt x="344271" y="394716"/>
                  <a:pt x="317754" y="377647"/>
                </a:cubicBezTo>
                <a:cubicBezTo>
                  <a:pt x="291236" y="360579"/>
                  <a:pt x="255422" y="352044"/>
                  <a:pt x="210312" y="352044"/>
                </a:cubicBezTo>
                <a:lnTo>
                  <a:pt x="158191" y="352044"/>
                </a:lnTo>
                <a:lnTo>
                  <a:pt x="139903" y="281635"/>
                </a:lnTo>
                <a:lnTo>
                  <a:pt x="312725" y="97841"/>
                </a:lnTo>
                <a:lnTo>
                  <a:pt x="35661" y="97841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/>
          <a:p>
            <a:endParaRPr lang="es-ES_tradnl"/>
          </a:p>
        </p:txBody>
      </p:sp>
      <p:sp>
        <p:nvSpPr>
          <p:cNvPr id="52" name="Marcador de imagen 51"/>
          <p:cNvSpPr>
            <a:spLocks noGrp="1"/>
          </p:cNvSpPr>
          <p:nvPr>
            <p:ph type="pic" sz="quarter" idx="17"/>
          </p:nvPr>
        </p:nvSpPr>
        <p:spPr>
          <a:xfrm>
            <a:off x="4808118" y="533714"/>
            <a:ext cx="543154" cy="644652"/>
          </a:xfrm>
          <a:custGeom>
            <a:avLst/>
            <a:gdLst>
              <a:gd name="connsiteX0" fmla="*/ 343814 w 543154"/>
              <a:gd name="connsiteY0" fmla="*/ 155448 h 644652"/>
              <a:gd name="connsiteX1" fmla="*/ 133503 w 543154"/>
              <a:gd name="connsiteY1" fmla="*/ 408737 h 644652"/>
              <a:gd name="connsiteX2" fmla="*/ 343814 w 543154"/>
              <a:gd name="connsiteY2" fmla="*/ 408737 h 644652"/>
              <a:gd name="connsiteX3" fmla="*/ 355702 w 543154"/>
              <a:gd name="connsiteY3" fmla="*/ 0 h 644652"/>
              <a:gd name="connsiteX4" fmla="*/ 451714 w 543154"/>
              <a:gd name="connsiteY4" fmla="*/ 0 h 644652"/>
              <a:gd name="connsiteX5" fmla="*/ 451714 w 543154"/>
              <a:gd name="connsiteY5" fmla="*/ 408737 h 644652"/>
              <a:gd name="connsiteX6" fmla="*/ 543154 w 543154"/>
              <a:gd name="connsiteY6" fmla="*/ 408737 h 644652"/>
              <a:gd name="connsiteX7" fmla="*/ 543154 w 543154"/>
              <a:gd name="connsiteY7" fmla="*/ 501091 h 644652"/>
              <a:gd name="connsiteX8" fmla="*/ 451714 w 543154"/>
              <a:gd name="connsiteY8" fmla="*/ 501091 h 644652"/>
              <a:gd name="connsiteX9" fmla="*/ 451714 w 543154"/>
              <a:gd name="connsiteY9" fmla="*/ 644652 h 644652"/>
              <a:gd name="connsiteX10" fmla="*/ 343814 w 543154"/>
              <a:gd name="connsiteY10" fmla="*/ 644652 h 644652"/>
              <a:gd name="connsiteX11" fmla="*/ 343814 w 543154"/>
              <a:gd name="connsiteY11" fmla="*/ 501091 h 644652"/>
              <a:gd name="connsiteX12" fmla="*/ 21031 w 543154"/>
              <a:gd name="connsiteY12" fmla="*/ 501091 h 644652"/>
              <a:gd name="connsiteX13" fmla="*/ 0 w 543154"/>
              <a:gd name="connsiteY13" fmla="*/ 420624 h 6446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543154" h="644652">
                <a:moveTo>
                  <a:pt x="343814" y="155448"/>
                </a:moveTo>
                <a:lnTo>
                  <a:pt x="133503" y="408737"/>
                </a:lnTo>
                <a:lnTo>
                  <a:pt x="343814" y="408737"/>
                </a:lnTo>
                <a:close/>
                <a:moveTo>
                  <a:pt x="355702" y="0"/>
                </a:moveTo>
                <a:lnTo>
                  <a:pt x="451714" y="0"/>
                </a:lnTo>
                <a:lnTo>
                  <a:pt x="451714" y="408737"/>
                </a:lnTo>
                <a:lnTo>
                  <a:pt x="543154" y="408737"/>
                </a:lnTo>
                <a:lnTo>
                  <a:pt x="543154" y="501091"/>
                </a:lnTo>
                <a:lnTo>
                  <a:pt x="451714" y="501091"/>
                </a:lnTo>
                <a:lnTo>
                  <a:pt x="451714" y="644652"/>
                </a:lnTo>
                <a:lnTo>
                  <a:pt x="343814" y="644652"/>
                </a:lnTo>
                <a:lnTo>
                  <a:pt x="343814" y="501091"/>
                </a:lnTo>
                <a:lnTo>
                  <a:pt x="21031" y="501091"/>
                </a:lnTo>
                <a:lnTo>
                  <a:pt x="0" y="420624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/>
          <a:p>
            <a:endParaRPr lang="es-ES_tradnl"/>
          </a:p>
        </p:txBody>
      </p:sp>
      <p:sp>
        <p:nvSpPr>
          <p:cNvPr id="53" name="Marcador de imagen 52"/>
          <p:cNvSpPr>
            <a:spLocks noGrp="1"/>
          </p:cNvSpPr>
          <p:nvPr>
            <p:ph type="pic" sz="quarter" idx="18"/>
          </p:nvPr>
        </p:nvSpPr>
        <p:spPr>
          <a:xfrm>
            <a:off x="5587472" y="502938"/>
            <a:ext cx="471831" cy="651053"/>
          </a:xfrm>
          <a:custGeom>
            <a:avLst/>
            <a:gdLst>
              <a:gd name="connsiteX0" fmla="*/ 61265 w 471831"/>
              <a:gd name="connsiteY0" fmla="*/ 0 h 651053"/>
              <a:gd name="connsiteX1" fmla="*/ 443484 w 471831"/>
              <a:gd name="connsiteY1" fmla="*/ 0 h 651053"/>
              <a:gd name="connsiteX2" fmla="*/ 443484 w 471831"/>
              <a:gd name="connsiteY2" fmla="*/ 99670 h 651053"/>
              <a:gd name="connsiteX3" fmla="*/ 158192 w 471831"/>
              <a:gd name="connsiteY3" fmla="*/ 99670 h 651053"/>
              <a:gd name="connsiteX4" fmla="*/ 148133 w 471831"/>
              <a:gd name="connsiteY4" fmla="*/ 249631 h 651053"/>
              <a:gd name="connsiteX5" fmla="*/ 194310 w 471831"/>
              <a:gd name="connsiteY5" fmla="*/ 236372 h 651053"/>
              <a:gd name="connsiteX6" fmla="*/ 249632 w 471831"/>
              <a:gd name="connsiteY6" fmla="*/ 231343 h 651053"/>
              <a:gd name="connsiteX7" fmla="*/ 336957 w 471831"/>
              <a:gd name="connsiteY7" fmla="*/ 243688 h 651053"/>
              <a:gd name="connsiteX8" fmla="*/ 407366 w 471831"/>
              <a:gd name="connsiteY8" fmla="*/ 281178 h 651053"/>
              <a:gd name="connsiteX9" fmla="*/ 454457 w 471831"/>
              <a:gd name="connsiteY9" fmla="*/ 344272 h 651053"/>
              <a:gd name="connsiteX10" fmla="*/ 471831 w 471831"/>
              <a:gd name="connsiteY10" fmla="*/ 432511 h 651053"/>
              <a:gd name="connsiteX11" fmla="*/ 471831 w 471831"/>
              <a:gd name="connsiteY11" fmla="*/ 434340 h 651053"/>
              <a:gd name="connsiteX12" fmla="*/ 454914 w 471831"/>
              <a:gd name="connsiteY12" fmla="*/ 523494 h 651053"/>
              <a:gd name="connsiteX13" fmla="*/ 406908 w 471831"/>
              <a:gd name="connsiteY13" fmla="*/ 591617 h 651053"/>
              <a:gd name="connsiteX14" fmla="*/ 331928 w 471831"/>
              <a:gd name="connsiteY14" fmla="*/ 635508 h 651053"/>
              <a:gd name="connsiteX15" fmla="*/ 235001 w 471831"/>
              <a:gd name="connsiteY15" fmla="*/ 651053 h 651053"/>
              <a:gd name="connsiteX16" fmla="*/ 103328 w 471831"/>
              <a:gd name="connsiteY16" fmla="*/ 624078 h 651053"/>
              <a:gd name="connsiteX17" fmla="*/ 0 w 471831"/>
              <a:gd name="connsiteY17" fmla="*/ 553212 h 651053"/>
              <a:gd name="connsiteX18" fmla="*/ 69495 w 471831"/>
              <a:gd name="connsiteY18" fmla="*/ 471831 h 651053"/>
              <a:gd name="connsiteX19" fmla="*/ 148590 w 471831"/>
              <a:gd name="connsiteY19" fmla="*/ 528066 h 651053"/>
              <a:gd name="connsiteX20" fmla="*/ 234087 w 471831"/>
              <a:gd name="connsiteY20" fmla="*/ 548640 h 651053"/>
              <a:gd name="connsiteX21" fmla="*/ 326441 w 471831"/>
              <a:gd name="connsiteY21" fmla="*/ 518465 h 651053"/>
              <a:gd name="connsiteX22" fmla="*/ 361189 w 471831"/>
              <a:gd name="connsiteY22" fmla="*/ 437998 h 651053"/>
              <a:gd name="connsiteX23" fmla="*/ 361189 w 471831"/>
              <a:gd name="connsiteY23" fmla="*/ 436169 h 651053"/>
              <a:gd name="connsiteX24" fmla="*/ 324155 w 471831"/>
              <a:gd name="connsiteY24" fmla="*/ 358445 h 651053"/>
              <a:gd name="connsiteX25" fmla="*/ 228600 w 471831"/>
              <a:gd name="connsiteY25" fmla="*/ 330099 h 651053"/>
              <a:gd name="connsiteX26" fmla="*/ 164592 w 471831"/>
              <a:gd name="connsiteY26" fmla="*/ 338328 h 651053"/>
              <a:gd name="connsiteX27" fmla="*/ 110643 w 471831"/>
              <a:gd name="connsiteY27" fmla="*/ 358445 h 651053"/>
              <a:gd name="connsiteX28" fmla="*/ 42977 w 471831"/>
              <a:gd name="connsiteY28" fmla="*/ 313639 h 6510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471831" h="651053">
                <a:moveTo>
                  <a:pt x="61265" y="0"/>
                </a:moveTo>
                <a:lnTo>
                  <a:pt x="443484" y="0"/>
                </a:lnTo>
                <a:lnTo>
                  <a:pt x="443484" y="99670"/>
                </a:lnTo>
                <a:lnTo>
                  <a:pt x="158192" y="99670"/>
                </a:lnTo>
                <a:lnTo>
                  <a:pt x="148133" y="249631"/>
                </a:lnTo>
                <a:cubicBezTo>
                  <a:pt x="163373" y="244145"/>
                  <a:pt x="178766" y="239725"/>
                  <a:pt x="194310" y="236372"/>
                </a:cubicBezTo>
                <a:cubicBezTo>
                  <a:pt x="209855" y="233020"/>
                  <a:pt x="228296" y="231343"/>
                  <a:pt x="249632" y="231343"/>
                </a:cubicBezTo>
                <a:cubicBezTo>
                  <a:pt x="280721" y="231343"/>
                  <a:pt x="309830" y="235458"/>
                  <a:pt x="336957" y="243688"/>
                </a:cubicBezTo>
                <a:cubicBezTo>
                  <a:pt x="364084" y="251917"/>
                  <a:pt x="387554" y="264414"/>
                  <a:pt x="407366" y="281178"/>
                </a:cubicBezTo>
                <a:cubicBezTo>
                  <a:pt x="427178" y="297942"/>
                  <a:pt x="442875" y="318973"/>
                  <a:pt x="454457" y="344272"/>
                </a:cubicBezTo>
                <a:cubicBezTo>
                  <a:pt x="466040" y="369570"/>
                  <a:pt x="471831" y="398983"/>
                  <a:pt x="471831" y="432511"/>
                </a:cubicBezTo>
                <a:lnTo>
                  <a:pt x="471831" y="434340"/>
                </a:lnTo>
                <a:cubicBezTo>
                  <a:pt x="471831" y="467258"/>
                  <a:pt x="466192" y="496977"/>
                  <a:pt x="454914" y="523494"/>
                </a:cubicBezTo>
                <a:cubicBezTo>
                  <a:pt x="443637" y="550012"/>
                  <a:pt x="427635" y="572719"/>
                  <a:pt x="406908" y="591617"/>
                </a:cubicBezTo>
                <a:cubicBezTo>
                  <a:pt x="386182" y="610514"/>
                  <a:pt x="361189" y="625145"/>
                  <a:pt x="331928" y="635508"/>
                </a:cubicBezTo>
                <a:cubicBezTo>
                  <a:pt x="302667" y="645871"/>
                  <a:pt x="270358" y="651053"/>
                  <a:pt x="235001" y="651053"/>
                </a:cubicBezTo>
                <a:cubicBezTo>
                  <a:pt x="185624" y="651053"/>
                  <a:pt x="141732" y="642061"/>
                  <a:pt x="103328" y="624078"/>
                </a:cubicBezTo>
                <a:cubicBezTo>
                  <a:pt x="64923" y="606095"/>
                  <a:pt x="30480" y="582473"/>
                  <a:pt x="0" y="553212"/>
                </a:cubicBezTo>
                <a:lnTo>
                  <a:pt x="69495" y="471831"/>
                </a:lnTo>
                <a:cubicBezTo>
                  <a:pt x="95098" y="495605"/>
                  <a:pt x="121463" y="514350"/>
                  <a:pt x="148590" y="528066"/>
                </a:cubicBezTo>
                <a:cubicBezTo>
                  <a:pt x="175718" y="541782"/>
                  <a:pt x="204216" y="548640"/>
                  <a:pt x="234087" y="548640"/>
                </a:cubicBezTo>
                <a:cubicBezTo>
                  <a:pt x="272492" y="548640"/>
                  <a:pt x="303276" y="538582"/>
                  <a:pt x="326441" y="518465"/>
                </a:cubicBezTo>
                <a:cubicBezTo>
                  <a:pt x="349606" y="498348"/>
                  <a:pt x="361189" y="471526"/>
                  <a:pt x="361189" y="437998"/>
                </a:cubicBezTo>
                <a:lnTo>
                  <a:pt x="361189" y="436169"/>
                </a:lnTo>
                <a:cubicBezTo>
                  <a:pt x="361189" y="403250"/>
                  <a:pt x="348844" y="377342"/>
                  <a:pt x="324155" y="358445"/>
                </a:cubicBezTo>
                <a:cubicBezTo>
                  <a:pt x="299466" y="339547"/>
                  <a:pt x="267615" y="330099"/>
                  <a:pt x="228600" y="330099"/>
                </a:cubicBezTo>
                <a:cubicBezTo>
                  <a:pt x="205436" y="330099"/>
                  <a:pt x="184100" y="332842"/>
                  <a:pt x="164592" y="338328"/>
                </a:cubicBezTo>
                <a:cubicBezTo>
                  <a:pt x="145085" y="343814"/>
                  <a:pt x="127102" y="350520"/>
                  <a:pt x="110643" y="358445"/>
                </a:cubicBezTo>
                <a:lnTo>
                  <a:pt x="42977" y="3136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/>
          <a:p>
            <a:endParaRPr lang="es-ES_tradnl"/>
          </a:p>
        </p:txBody>
      </p:sp>
      <p:sp>
        <p:nvSpPr>
          <p:cNvPr id="54" name="Marcador de imagen 53"/>
          <p:cNvSpPr>
            <a:spLocks noGrp="1"/>
          </p:cNvSpPr>
          <p:nvPr>
            <p:ph type="pic" sz="quarter" idx="19"/>
          </p:nvPr>
        </p:nvSpPr>
        <p:spPr>
          <a:xfrm>
            <a:off x="6854587" y="525027"/>
            <a:ext cx="493777" cy="662026"/>
          </a:xfrm>
          <a:custGeom>
            <a:avLst/>
            <a:gdLst>
              <a:gd name="connsiteX0" fmla="*/ 250546 w 493777"/>
              <a:gd name="connsiteY0" fmla="*/ 335585 h 662026"/>
              <a:gd name="connsiteX1" fmla="*/ 196597 w 493777"/>
              <a:gd name="connsiteY1" fmla="*/ 344729 h 662026"/>
              <a:gd name="connsiteX2" fmla="*/ 155906 w 493777"/>
              <a:gd name="connsiteY2" fmla="*/ 368961 h 662026"/>
              <a:gd name="connsiteX3" fmla="*/ 129845 w 493777"/>
              <a:gd name="connsiteY3" fmla="*/ 404622 h 662026"/>
              <a:gd name="connsiteX4" fmla="*/ 120701 w 493777"/>
              <a:gd name="connsiteY4" fmla="*/ 448056 h 662026"/>
              <a:gd name="connsiteX5" fmla="*/ 120701 w 493777"/>
              <a:gd name="connsiteY5" fmla="*/ 449885 h 662026"/>
              <a:gd name="connsiteX6" fmla="*/ 130303 w 493777"/>
              <a:gd name="connsiteY6" fmla="*/ 495605 h 662026"/>
              <a:gd name="connsiteX7" fmla="*/ 156820 w 493777"/>
              <a:gd name="connsiteY7" fmla="*/ 532181 h 662026"/>
              <a:gd name="connsiteX8" fmla="*/ 198426 w 493777"/>
              <a:gd name="connsiteY8" fmla="*/ 556413 h 662026"/>
              <a:gd name="connsiteX9" fmla="*/ 253289 w 493777"/>
              <a:gd name="connsiteY9" fmla="*/ 565100 h 662026"/>
              <a:gd name="connsiteX10" fmla="*/ 307239 w 493777"/>
              <a:gd name="connsiteY10" fmla="*/ 556413 h 662026"/>
              <a:gd name="connsiteX11" fmla="*/ 347473 w 493777"/>
              <a:gd name="connsiteY11" fmla="*/ 531724 h 662026"/>
              <a:gd name="connsiteX12" fmla="*/ 372619 w 493777"/>
              <a:gd name="connsiteY12" fmla="*/ 494691 h 662026"/>
              <a:gd name="connsiteX13" fmla="*/ 381305 w 493777"/>
              <a:gd name="connsiteY13" fmla="*/ 448971 h 662026"/>
              <a:gd name="connsiteX14" fmla="*/ 381305 w 493777"/>
              <a:gd name="connsiteY14" fmla="*/ 447142 h 662026"/>
              <a:gd name="connsiteX15" fmla="*/ 346101 w 493777"/>
              <a:gd name="connsiteY15" fmla="*/ 367132 h 662026"/>
              <a:gd name="connsiteX16" fmla="*/ 250546 w 493777"/>
              <a:gd name="connsiteY16" fmla="*/ 335585 h 662026"/>
              <a:gd name="connsiteX17" fmla="*/ 274321 w 493777"/>
              <a:gd name="connsiteY17" fmla="*/ 0 h 662026"/>
              <a:gd name="connsiteX18" fmla="*/ 382220 w 493777"/>
              <a:gd name="connsiteY18" fmla="*/ 18745 h 662026"/>
              <a:gd name="connsiteX19" fmla="*/ 470002 w 493777"/>
              <a:gd name="connsiteY19" fmla="*/ 71323 h 662026"/>
              <a:gd name="connsiteX20" fmla="*/ 409652 w 493777"/>
              <a:gd name="connsiteY20" fmla="*/ 158191 h 662026"/>
              <a:gd name="connsiteX21" fmla="*/ 344272 w 493777"/>
              <a:gd name="connsiteY21" fmla="*/ 117043 h 662026"/>
              <a:gd name="connsiteX22" fmla="*/ 270663 w 493777"/>
              <a:gd name="connsiteY22" fmla="*/ 102413 h 662026"/>
              <a:gd name="connsiteX23" fmla="*/ 207112 w 493777"/>
              <a:gd name="connsiteY23" fmla="*/ 117501 h 662026"/>
              <a:gd name="connsiteX24" fmla="*/ 160021 w 493777"/>
              <a:gd name="connsiteY24" fmla="*/ 160020 h 662026"/>
              <a:gd name="connsiteX25" fmla="*/ 129845 w 493777"/>
              <a:gd name="connsiteY25" fmla="*/ 224485 h 662026"/>
              <a:gd name="connsiteX26" fmla="*/ 117044 w 493777"/>
              <a:gd name="connsiteY26" fmla="*/ 305410 h 662026"/>
              <a:gd name="connsiteX27" fmla="*/ 144476 w 493777"/>
              <a:gd name="connsiteY27" fmla="*/ 281635 h 662026"/>
              <a:gd name="connsiteX28" fmla="*/ 177851 w 493777"/>
              <a:gd name="connsiteY28" fmla="*/ 261061 h 662026"/>
              <a:gd name="connsiteX29" fmla="*/ 218999 w 493777"/>
              <a:gd name="connsiteY29" fmla="*/ 246888 h 662026"/>
              <a:gd name="connsiteX30" fmla="*/ 269748 w 493777"/>
              <a:gd name="connsiteY30" fmla="*/ 241402 h 662026"/>
              <a:gd name="connsiteX31" fmla="*/ 357074 w 493777"/>
              <a:gd name="connsiteY31" fmla="*/ 254661 h 662026"/>
              <a:gd name="connsiteX32" fmla="*/ 428397 w 493777"/>
              <a:gd name="connsiteY32" fmla="*/ 293980 h 662026"/>
              <a:gd name="connsiteX33" fmla="*/ 476403 w 493777"/>
              <a:gd name="connsiteY33" fmla="*/ 357531 h 662026"/>
              <a:gd name="connsiteX34" fmla="*/ 493777 w 493777"/>
              <a:gd name="connsiteY34" fmla="*/ 442570 h 662026"/>
              <a:gd name="connsiteX35" fmla="*/ 493777 w 493777"/>
              <a:gd name="connsiteY35" fmla="*/ 444399 h 662026"/>
              <a:gd name="connsiteX36" fmla="*/ 475489 w 493777"/>
              <a:gd name="connsiteY36" fmla="*/ 532181 h 662026"/>
              <a:gd name="connsiteX37" fmla="*/ 425197 w 493777"/>
              <a:gd name="connsiteY37" fmla="*/ 601218 h 662026"/>
              <a:gd name="connsiteX38" fmla="*/ 349759 w 493777"/>
              <a:gd name="connsiteY38" fmla="*/ 646024 h 662026"/>
              <a:gd name="connsiteX39" fmla="*/ 256032 w 493777"/>
              <a:gd name="connsiteY39" fmla="*/ 662026 h 662026"/>
              <a:gd name="connsiteX40" fmla="*/ 153163 w 493777"/>
              <a:gd name="connsiteY40" fmla="*/ 644652 h 662026"/>
              <a:gd name="connsiteX41" fmla="*/ 77724 w 493777"/>
              <a:gd name="connsiteY41" fmla="*/ 595275 h 662026"/>
              <a:gd name="connsiteX42" fmla="*/ 45263 w 493777"/>
              <a:gd name="connsiteY42" fmla="*/ 554584 h 662026"/>
              <a:gd name="connsiteX43" fmla="*/ 21032 w 493777"/>
              <a:gd name="connsiteY43" fmla="*/ 502920 h 662026"/>
              <a:gd name="connsiteX44" fmla="*/ 5487 w 493777"/>
              <a:gd name="connsiteY44" fmla="*/ 436169 h 662026"/>
              <a:gd name="connsiteX45" fmla="*/ 0 w 493777"/>
              <a:gd name="connsiteY45" fmla="*/ 350216 h 662026"/>
              <a:gd name="connsiteX46" fmla="*/ 0 w 493777"/>
              <a:gd name="connsiteY46" fmla="*/ 348387 h 662026"/>
              <a:gd name="connsiteX47" fmla="*/ 17374 w 493777"/>
              <a:gd name="connsiteY47" fmla="*/ 211684 h 662026"/>
              <a:gd name="connsiteX48" fmla="*/ 69038 w 493777"/>
              <a:gd name="connsiteY48" fmla="*/ 101041 h 662026"/>
              <a:gd name="connsiteX49" fmla="*/ 154991 w 493777"/>
              <a:gd name="connsiteY49" fmla="*/ 26975 h 662026"/>
              <a:gd name="connsiteX50" fmla="*/ 274321 w 493777"/>
              <a:gd name="connsiteY50" fmla="*/ 0 h 6620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</a:cxnLst>
            <a:rect l="l" t="t" r="r" b="b"/>
            <a:pathLst>
              <a:path w="493777" h="662026">
                <a:moveTo>
                  <a:pt x="250546" y="335585"/>
                </a:moveTo>
                <a:cubicBezTo>
                  <a:pt x="230429" y="335585"/>
                  <a:pt x="212446" y="338633"/>
                  <a:pt x="196597" y="344729"/>
                </a:cubicBezTo>
                <a:cubicBezTo>
                  <a:pt x="180747" y="350825"/>
                  <a:pt x="167183" y="358902"/>
                  <a:pt x="155906" y="368961"/>
                </a:cubicBezTo>
                <a:cubicBezTo>
                  <a:pt x="144628" y="379019"/>
                  <a:pt x="135941" y="390906"/>
                  <a:pt x="129845" y="404622"/>
                </a:cubicBezTo>
                <a:cubicBezTo>
                  <a:pt x="123749" y="418338"/>
                  <a:pt x="120701" y="432816"/>
                  <a:pt x="120701" y="448056"/>
                </a:cubicBezTo>
                <a:lnTo>
                  <a:pt x="120701" y="449885"/>
                </a:lnTo>
                <a:cubicBezTo>
                  <a:pt x="120701" y="466344"/>
                  <a:pt x="123902" y="481584"/>
                  <a:pt x="130303" y="495605"/>
                </a:cubicBezTo>
                <a:cubicBezTo>
                  <a:pt x="136703" y="509626"/>
                  <a:pt x="145543" y="521818"/>
                  <a:pt x="156820" y="532181"/>
                </a:cubicBezTo>
                <a:cubicBezTo>
                  <a:pt x="168098" y="542544"/>
                  <a:pt x="181966" y="550621"/>
                  <a:pt x="198426" y="556413"/>
                </a:cubicBezTo>
                <a:cubicBezTo>
                  <a:pt x="214885" y="562204"/>
                  <a:pt x="233173" y="565100"/>
                  <a:pt x="253289" y="565100"/>
                </a:cubicBezTo>
                <a:cubicBezTo>
                  <a:pt x="273406" y="565100"/>
                  <a:pt x="291389" y="562204"/>
                  <a:pt x="307239" y="556413"/>
                </a:cubicBezTo>
                <a:cubicBezTo>
                  <a:pt x="323089" y="550621"/>
                  <a:pt x="336500" y="542392"/>
                  <a:pt x="347473" y="531724"/>
                </a:cubicBezTo>
                <a:cubicBezTo>
                  <a:pt x="358445" y="521056"/>
                  <a:pt x="366827" y="508712"/>
                  <a:pt x="372619" y="494691"/>
                </a:cubicBezTo>
                <a:cubicBezTo>
                  <a:pt x="378410" y="480670"/>
                  <a:pt x="381305" y="465430"/>
                  <a:pt x="381305" y="448971"/>
                </a:cubicBezTo>
                <a:lnTo>
                  <a:pt x="381305" y="447142"/>
                </a:lnTo>
                <a:cubicBezTo>
                  <a:pt x="381305" y="414833"/>
                  <a:pt x="369571" y="388163"/>
                  <a:pt x="346101" y="367132"/>
                </a:cubicBezTo>
                <a:cubicBezTo>
                  <a:pt x="322631" y="346101"/>
                  <a:pt x="290780" y="335585"/>
                  <a:pt x="250546" y="335585"/>
                </a:cubicBezTo>
                <a:close/>
                <a:moveTo>
                  <a:pt x="274321" y="0"/>
                </a:moveTo>
                <a:cubicBezTo>
                  <a:pt x="315773" y="0"/>
                  <a:pt x="351740" y="6249"/>
                  <a:pt x="382220" y="18745"/>
                </a:cubicBezTo>
                <a:cubicBezTo>
                  <a:pt x="412700" y="31242"/>
                  <a:pt x="441961" y="48768"/>
                  <a:pt x="470002" y="71323"/>
                </a:cubicBezTo>
                <a:lnTo>
                  <a:pt x="409652" y="158191"/>
                </a:lnTo>
                <a:cubicBezTo>
                  <a:pt x="387097" y="140513"/>
                  <a:pt x="365303" y="126797"/>
                  <a:pt x="344272" y="117043"/>
                </a:cubicBezTo>
                <a:cubicBezTo>
                  <a:pt x="323241" y="107290"/>
                  <a:pt x="298705" y="102413"/>
                  <a:pt x="270663" y="102413"/>
                </a:cubicBezTo>
                <a:cubicBezTo>
                  <a:pt x="246889" y="102413"/>
                  <a:pt x="225705" y="107442"/>
                  <a:pt x="207112" y="117501"/>
                </a:cubicBezTo>
                <a:cubicBezTo>
                  <a:pt x="188519" y="127559"/>
                  <a:pt x="172822" y="141732"/>
                  <a:pt x="160021" y="160020"/>
                </a:cubicBezTo>
                <a:cubicBezTo>
                  <a:pt x="147219" y="178308"/>
                  <a:pt x="137161" y="199797"/>
                  <a:pt x="129845" y="224485"/>
                </a:cubicBezTo>
                <a:cubicBezTo>
                  <a:pt x="122530" y="249174"/>
                  <a:pt x="118263" y="276149"/>
                  <a:pt x="117044" y="305410"/>
                </a:cubicBezTo>
                <a:cubicBezTo>
                  <a:pt x="125578" y="297485"/>
                  <a:pt x="134722" y="289560"/>
                  <a:pt x="144476" y="281635"/>
                </a:cubicBezTo>
                <a:cubicBezTo>
                  <a:pt x="154229" y="273711"/>
                  <a:pt x="165355" y="266853"/>
                  <a:pt x="177851" y="261061"/>
                </a:cubicBezTo>
                <a:cubicBezTo>
                  <a:pt x="190348" y="255270"/>
                  <a:pt x="204064" y="250546"/>
                  <a:pt x="218999" y="246888"/>
                </a:cubicBezTo>
                <a:cubicBezTo>
                  <a:pt x="233935" y="243231"/>
                  <a:pt x="250851" y="241402"/>
                  <a:pt x="269748" y="241402"/>
                </a:cubicBezTo>
                <a:cubicBezTo>
                  <a:pt x="300838" y="241402"/>
                  <a:pt x="329947" y="245821"/>
                  <a:pt x="357074" y="254661"/>
                </a:cubicBezTo>
                <a:cubicBezTo>
                  <a:pt x="384201" y="263500"/>
                  <a:pt x="407976" y="276606"/>
                  <a:pt x="428397" y="293980"/>
                </a:cubicBezTo>
                <a:cubicBezTo>
                  <a:pt x="448819" y="311353"/>
                  <a:pt x="464821" y="332537"/>
                  <a:pt x="476403" y="357531"/>
                </a:cubicBezTo>
                <a:cubicBezTo>
                  <a:pt x="487985" y="382524"/>
                  <a:pt x="493777" y="410871"/>
                  <a:pt x="493777" y="442570"/>
                </a:cubicBezTo>
                <a:lnTo>
                  <a:pt x="493777" y="444399"/>
                </a:lnTo>
                <a:cubicBezTo>
                  <a:pt x="493777" y="476098"/>
                  <a:pt x="487681" y="505359"/>
                  <a:pt x="475489" y="532181"/>
                </a:cubicBezTo>
                <a:cubicBezTo>
                  <a:pt x="463297" y="559004"/>
                  <a:pt x="446532" y="582016"/>
                  <a:pt x="425197" y="601218"/>
                </a:cubicBezTo>
                <a:cubicBezTo>
                  <a:pt x="403861" y="620421"/>
                  <a:pt x="378715" y="635356"/>
                  <a:pt x="349759" y="646024"/>
                </a:cubicBezTo>
                <a:cubicBezTo>
                  <a:pt x="320803" y="656692"/>
                  <a:pt x="289561" y="662026"/>
                  <a:pt x="256032" y="662026"/>
                </a:cubicBezTo>
                <a:cubicBezTo>
                  <a:pt x="216408" y="662026"/>
                  <a:pt x="182119" y="656235"/>
                  <a:pt x="153163" y="644652"/>
                </a:cubicBezTo>
                <a:cubicBezTo>
                  <a:pt x="124207" y="633070"/>
                  <a:pt x="99061" y="616611"/>
                  <a:pt x="77724" y="595275"/>
                </a:cubicBezTo>
                <a:cubicBezTo>
                  <a:pt x="65532" y="583083"/>
                  <a:pt x="54712" y="569519"/>
                  <a:pt x="45263" y="554584"/>
                </a:cubicBezTo>
                <a:cubicBezTo>
                  <a:pt x="35815" y="539649"/>
                  <a:pt x="27737" y="522427"/>
                  <a:pt x="21032" y="502920"/>
                </a:cubicBezTo>
                <a:cubicBezTo>
                  <a:pt x="14326" y="483413"/>
                  <a:pt x="9145" y="461163"/>
                  <a:pt x="5487" y="436169"/>
                </a:cubicBezTo>
                <a:cubicBezTo>
                  <a:pt x="1829" y="411175"/>
                  <a:pt x="0" y="382524"/>
                  <a:pt x="0" y="350216"/>
                </a:cubicBezTo>
                <a:lnTo>
                  <a:pt x="0" y="348387"/>
                </a:lnTo>
                <a:cubicBezTo>
                  <a:pt x="0" y="299619"/>
                  <a:pt x="5792" y="254051"/>
                  <a:pt x="17374" y="211684"/>
                </a:cubicBezTo>
                <a:cubicBezTo>
                  <a:pt x="28957" y="169317"/>
                  <a:pt x="46178" y="132436"/>
                  <a:pt x="69038" y="101041"/>
                </a:cubicBezTo>
                <a:cubicBezTo>
                  <a:pt x="91898" y="69647"/>
                  <a:pt x="120549" y="44958"/>
                  <a:pt x="154991" y="26975"/>
                </a:cubicBezTo>
                <a:cubicBezTo>
                  <a:pt x="189434" y="8992"/>
                  <a:pt x="229210" y="0"/>
                  <a:pt x="274321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/>
          <a:p>
            <a:endParaRPr lang="es-ES_tradnl" dirty="0"/>
          </a:p>
        </p:txBody>
      </p:sp>
      <p:sp>
        <p:nvSpPr>
          <p:cNvPr id="55" name="Marcador de imagen 54"/>
          <p:cNvSpPr>
            <a:spLocks noGrp="1"/>
          </p:cNvSpPr>
          <p:nvPr>
            <p:ph type="pic" sz="quarter" idx="20"/>
          </p:nvPr>
        </p:nvSpPr>
        <p:spPr>
          <a:xfrm>
            <a:off x="7981378" y="546973"/>
            <a:ext cx="449885" cy="640080"/>
          </a:xfrm>
          <a:custGeom>
            <a:avLst/>
            <a:gdLst>
              <a:gd name="connsiteX0" fmla="*/ 0 w 449885"/>
              <a:gd name="connsiteY0" fmla="*/ 0 h 640080"/>
              <a:gd name="connsiteX1" fmla="*/ 449885 w 449885"/>
              <a:gd name="connsiteY1" fmla="*/ 0 h 640080"/>
              <a:gd name="connsiteX2" fmla="*/ 449885 w 449885"/>
              <a:gd name="connsiteY2" fmla="*/ 85039 h 640080"/>
              <a:gd name="connsiteX3" fmla="*/ 160934 w 449885"/>
              <a:gd name="connsiteY3" fmla="*/ 640080 h 640080"/>
              <a:gd name="connsiteX4" fmla="*/ 34747 w 449885"/>
              <a:gd name="connsiteY4" fmla="*/ 640080 h 640080"/>
              <a:gd name="connsiteX5" fmla="*/ 321869 w 449885"/>
              <a:gd name="connsiteY5" fmla="*/ 98755 h 640080"/>
              <a:gd name="connsiteX6" fmla="*/ 0 w 449885"/>
              <a:gd name="connsiteY6" fmla="*/ 98755 h 6400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9885" h="640080">
                <a:moveTo>
                  <a:pt x="0" y="0"/>
                </a:moveTo>
                <a:lnTo>
                  <a:pt x="449885" y="0"/>
                </a:lnTo>
                <a:lnTo>
                  <a:pt x="449885" y="85039"/>
                </a:lnTo>
                <a:lnTo>
                  <a:pt x="160934" y="640080"/>
                </a:lnTo>
                <a:lnTo>
                  <a:pt x="34747" y="640080"/>
                </a:lnTo>
                <a:lnTo>
                  <a:pt x="321869" y="98755"/>
                </a:lnTo>
                <a:lnTo>
                  <a:pt x="0" y="98755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/>
          <a:p>
            <a:endParaRPr lang="es-ES_tradnl"/>
          </a:p>
        </p:txBody>
      </p:sp>
      <p:sp>
        <p:nvSpPr>
          <p:cNvPr id="56" name="Marcador de imagen 55"/>
          <p:cNvSpPr>
            <a:spLocks noGrp="1"/>
          </p:cNvSpPr>
          <p:nvPr>
            <p:ph type="pic" sz="quarter" idx="21"/>
          </p:nvPr>
        </p:nvSpPr>
        <p:spPr>
          <a:xfrm>
            <a:off x="9136848" y="537829"/>
            <a:ext cx="488289" cy="658368"/>
          </a:xfrm>
          <a:custGeom>
            <a:avLst/>
            <a:gdLst>
              <a:gd name="connsiteX0" fmla="*/ 244145 w 488289"/>
              <a:gd name="connsiteY0" fmla="*/ 369418 h 658368"/>
              <a:gd name="connsiteX1" fmla="*/ 191110 w 488289"/>
              <a:gd name="connsiteY1" fmla="*/ 376276 h 658368"/>
              <a:gd name="connsiteX2" fmla="*/ 148590 w 488289"/>
              <a:gd name="connsiteY2" fmla="*/ 395935 h 658368"/>
              <a:gd name="connsiteX3" fmla="*/ 120244 w 488289"/>
              <a:gd name="connsiteY3" fmla="*/ 426568 h 658368"/>
              <a:gd name="connsiteX4" fmla="*/ 109728 w 488289"/>
              <a:gd name="connsiteY4" fmla="*/ 466344 h 658368"/>
              <a:gd name="connsiteX5" fmla="*/ 109728 w 488289"/>
              <a:gd name="connsiteY5" fmla="*/ 468173 h 658368"/>
              <a:gd name="connsiteX6" fmla="*/ 145390 w 488289"/>
              <a:gd name="connsiteY6" fmla="*/ 535838 h 658368"/>
              <a:gd name="connsiteX7" fmla="*/ 244145 w 488289"/>
              <a:gd name="connsiteY7" fmla="*/ 564185 h 658368"/>
              <a:gd name="connsiteX8" fmla="*/ 342900 w 488289"/>
              <a:gd name="connsiteY8" fmla="*/ 536296 h 658368"/>
              <a:gd name="connsiteX9" fmla="*/ 378561 w 488289"/>
              <a:gd name="connsiteY9" fmla="*/ 468173 h 658368"/>
              <a:gd name="connsiteX10" fmla="*/ 378561 w 488289"/>
              <a:gd name="connsiteY10" fmla="*/ 466344 h 658368"/>
              <a:gd name="connsiteX11" fmla="*/ 368045 w 488289"/>
              <a:gd name="connsiteY11" fmla="*/ 426568 h 658368"/>
              <a:gd name="connsiteX12" fmla="*/ 339699 w 488289"/>
              <a:gd name="connsiteY12" fmla="*/ 395935 h 658368"/>
              <a:gd name="connsiteX13" fmla="*/ 297180 w 488289"/>
              <a:gd name="connsiteY13" fmla="*/ 376276 h 658368"/>
              <a:gd name="connsiteX14" fmla="*/ 244145 w 488289"/>
              <a:gd name="connsiteY14" fmla="*/ 369418 h 658368"/>
              <a:gd name="connsiteX15" fmla="*/ 244145 w 488289"/>
              <a:gd name="connsiteY15" fmla="*/ 94183 h 658368"/>
              <a:gd name="connsiteX16" fmla="*/ 160934 w 488289"/>
              <a:gd name="connsiteY16" fmla="*/ 120244 h 658368"/>
              <a:gd name="connsiteX17" fmla="*/ 129845 w 488289"/>
              <a:gd name="connsiteY17" fmla="*/ 182880 h 658368"/>
              <a:gd name="connsiteX18" fmla="*/ 129845 w 488289"/>
              <a:gd name="connsiteY18" fmla="*/ 184709 h 658368"/>
              <a:gd name="connsiteX19" fmla="*/ 162306 w 488289"/>
              <a:gd name="connsiteY19" fmla="*/ 253289 h 658368"/>
              <a:gd name="connsiteX20" fmla="*/ 244145 w 488289"/>
              <a:gd name="connsiteY20" fmla="*/ 279806 h 658368"/>
              <a:gd name="connsiteX21" fmla="*/ 325983 w 488289"/>
              <a:gd name="connsiteY21" fmla="*/ 253289 h 658368"/>
              <a:gd name="connsiteX22" fmla="*/ 358445 w 488289"/>
              <a:gd name="connsiteY22" fmla="*/ 185623 h 658368"/>
              <a:gd name="connsiteX23" fmla="*/ 358445 w 488289"/>
              <a:gd name="connsiteY23" fmla="*/ 183794 h 658368"/>
              <a:gd name="connsiteX24" fmla="*/ 327355 w 488289"/>
              <a:gd name="connsiteY24" fmla="*/ 120244 h 658368"/>
              <a:gd name="connsiteX25" fmla="*/ 244145 w 488289"/>
              <a:gd name="connsiteY25" fmla="*/ 94183 h 658368"/>
              <a:gd name="connsiteX26" fmla="*/ 244145 w 488289"/>
              <a:gd name="connsiteY26" fmla="*/ 0 h 658368"/>
              <a:gd name="connsiteX27" fmla="*/ 332842 w 488289"/>
              <a:gd name="connsiteY27" fmla="*/ 13259 h 658368"/>
              <a:gd name="connsiteX28" fmla="*/ 403250 w 488289"/>
              <a:gd name="connsiteY28" fmla="*/ 49378 h 658368"/>
              <a:gd name="connsiteX29" fmla="*/ 449427 w 488289"/>
              <a:gd name="connsiteY29" fmla="*/ 104242 h 658368"/>
              <a:gd name="connsiteX30" fmla="*/ 466343 w 488289"/>
              <a:gd name="connsiteY30" fmla="*/ 172822 h 658368"/>
              <a:gd name="connsiteX31" fmla="*/ 466343 w 488289"/>
              <a:gd name="connsiteY31" fmla="*/ 174650 h 658368"/>
              <a:gd name="connsiteX32" fmla="*/ 440283 w 488289"/>
              <a:gd name="connsiteY32" fmla="*/ 262433 h 658368"/>
              <a:gd name="connsiteX33" fmla="*/ 373075 w 488289"/>
              <a:gd name="connsiteY33" fmla="*/ 317297 h 658368"/>
              <a:gd name="connsiteX34" fmla="*/ 456743 w 488289"/>
              <a:gd name="connsiteY34" fmla="*/ 377190 h 658368"/>
              <a:gd name="connsiteX35" fmla="*/ 488289 w 488289"/>
              <a:gd name="connsiteY35" fmla="*/ 470916 h 658368"/>
              <a:gd name="connsiteX36" fmla="*/ 488289 w 488289"/>
              <a:gd name="connsiteY36" fmla="*/ 472745 h 658368"/>
              <a:gd name="connsiteX37" fmla="*/ 470001 w 488289"/>
              <a:gd name="connsiteY37" fmla="*/ 550012 h 658368"/>
              <a:gd name="connsiteX38" fmla="*/ 418795 w 488289"/>
              <a:gd name="connsiteY38" fmla="*/ 608533 h 658368"/>
              <a:gd name="connsiteX39" fmla="*/ 341071 w 488289"/>
              <a:gd name="connsiteY39" fmla="*/ 645566 h 658368"/>
              <a:gd name="connsiteX40" fmla="*/ 244145 w 488289"/>
              <a:gd name="connsiteY40" fmla="*/ 658368 h 658368"/>
              <a:gd name="connsiteX41" fmla="*/ 147218 w 488289"/>
              <a:gd name="connsiteY41" fmla="*/ 645109 h 658368"/>
              <a:gd name="connsiteX42" fmla="*/ 69494 w 488289"/>
              <a:gd name="connsiteY42" fmla="*/ 608076 h 658368"/>
              <a:gd name="connsiteX43" fmla="*/ 18288 w 488289"/>
              <a:gd name="connsiteY43" fmla="*/ 550469 h 658368"/>
              <a:gd name="connsiteX44" fmla="*/ 0 w 488289"/>
              <a:gd name="connsiteY44" fmla="*/ 475488 h 658368"/>
              <a:gd name="connsiteX45" fmla="*/ 0 w 488289"/>
              <a:gd name="connsiteY45" fmla="*/ 473659 h 658368"/>
              <a:gd name="connsiteX46" fmla="*/ 30175 w 488289"/>
              <a:gd name="connsiteY46" fmla="*/ 377647 h 658368"/>
              <a:gd name="connsiteX47" fmla="*/ 115214 w 488289"/>
              <a:gd name="connsiteY47" fmla="*/ 317297 h 658368"/>
              <a:gd name="connsiteX48" fmla="*/ 48006 w 488289"/>
              <a:gd name="connsiteY48" fmla="*/ 262433 h 658368"/>
              <a:gd name="connsiteX49" fmla="*/ 21945 w 488289"/>
              <a:gd name="connsiteY49" fmla="*/ 174650 h 658368"/>
              <a:gd name="connsiteX50" fmla="*/ 21945 w 488289"/>
              <a:gd name="connsiteY50" fmla="*/ 172822 h 658368"/>
              <a:gd name="connsiteX51" fmla="*/ 38862 w 488289"/>
              <a:gd name="connsiteY51" fmla="*/ 104699 h 658368"/>
              <a:gd name="connsiteX52" fmla="*/ 85039 w 488289"/>
              <a:gd name="connsiteY52" fmla="*/ 49835 h 658368"/>
              <a:gd name="connsiteX53" fmla="*/ 154991 w 488289"/>
              <a:gd name="connsiteY53" fmla="*/ 13259 h 658368"/>
              <a:gd name="connsiteX54" fmla="*/ 244145 w 488289"/>
              <a:gd name="connsiteY54" fmla="*/ 0 h 6583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</a:cxnLst>
            <a:rect l="l" t="t" r="r" b="b"/>
            <a:pathLst>
              <a:path w="488289" h="658368">
                <a:moveTo>
                  <a:pt x="244145" y="369418"/>
                </a:moveTo>
                <a:cubicBezTo>
                  <a:pt x="225247" y="369418"/>
                  <a:pt x="207568" y="371704"/>
                  <a:pt x="191110" y="376276"/>
                </a:cubicBezTo>
                <a:cubicBezTo>
                  <a:pt x="174650" y="380848"/>
                  <a:pt x="160477" y="387401"/>
                  <a:pt x="148590" y="395935"/>
                </a:cubicBezTo>
                <a:cubicBezTo>
                  <a:pt x="136702" y="404470"/>
                  <a:pt x="127254" y="414681"/>
                  <a:pt x="120244" y="426568"/>
                </a:cubicBezTo>
                <a:cubicBezTo>
                  <a:pt x="113233" y="438455"/>
                  <a:pt x="109728" y="451714"/>
                  <a:pt x="109728" y="466344"/>
                </a:cubicBezTo>
                <a:lnTo>
                  <a:pt x="109728" y="468173"/>
                </a:lnTo>
                <a:cubicBezTo>
                  <a:pt x="109728" y="494386"/>
                  <a:pt x="121615" y="516941"/>
                  <a:pt x="145390" y="535838"/>
                </a:cubicBezTo>
                <a:cubicBezTo>
                  <a:pt x="169164" y="554736"/>
                  <a:pt x="202082" y="564185"/>
                  <a:pt x="244145" y="564185"/>
                </a:cubicBezTo>
                <a:cubicBezTo>
                  <a:pt x="286207" y="564185"/>
                  <a:pt x="319126" y="554889"/>
                  <a:pt x="342900" y="536296"/>
                </a:cubicBezTo>
                <a:cubicBezTo>
                  <a:pt x="366674" y="517703"/>
                  <a:pt x="378561" y="494995"/>
                  <a:pt x="378561" y="468173"/>
                </a:cubicBezTo>
                <a:lnTo>
                  <a:pt x="378561" y="466344"/>
                </a:lnTo>
                <a:cubicBezTo>
                  <a:pt x="378561" y="451714"/>
                  <a:pt x="375056" y="438455"/>
                  <a:pt x="368045" y="426568"/>
                </a:cubicBezTo>
                <a:cubicBezTo>
                  <a:pt x="361035" y="414681"/>
                  <a:pt x="351587" y="404470"/>
                  <a:pt x="339699" y="395935"/>
                </a:cubicBezTo>
                <a:cubicBezTo>
                  <a:pt x="327812" y="387401"/>
                  <a:pt x="313639" y="380848"/>
                  <a:pt x="297180" y="376276"/>
                </a:cubicBezTo>
                <a:cubicBezTo>
                  <a:pt x="280721" y="371704"/>
                  <a:pt x="263042" y="369418"/>
                  <a:pt x="244145" y="369418"/>
                </a:cubicBezTo>
                <a:close/>
                <a:moveTo>
                  <a:pt x="244145" y="94183"/>
                </a:moveTo>
                <a:cubicBezTo>
                  <a:pt x="209397" y="94183"/>
                  <a:pt x="181661" y="102870"/>
                  <a:pt x="160934" y="120244"/>
                </a:cubicBezTo>
                <a:cubicBezTo>
                  <a:pt x="140208" y="137617"/>
                  <a:pt x="129845" y="158496"/>
                  <a:pt x="129845" y="182880"/>
                </a:cubicBezTo>
                <a:lnTo>
                  <a:pt x="129845" y="184709"/>
                </a:lnTo>
                <a:cubicBezTo>
                  <a:pt x="129845" y="212750"/>
                  <a:pt x="140665" y="235610"/>
                  <a:pt x="162306" y="253289"/>
                </a:cubicBezTo>
                <a:cubicBezTo>
                  <a:pt x="183947" y="270967"/>
                  <a:pt x="211226" y="279806"/>
                  <a:pt x="244145" y="279806"/>
                </a:cubicBezTo>
                <a:cubicBezTo>
                  <a:pt x="277063" y="279806"/>
                  <a:pt x="304343" y="270967"/>
                  <a:pt x="325983" y="253289"/>
                </a:cubicBezTo>
                <a:cubicBezTo>
                  <a:pt x="347624" y="235610"/>
                  <a:pt x="358445" y="213055"/>
                  <a:pt x="358445" y="185623"/>
                </a:cubicBezTo>
                <a:lnTo>
                  <a:pt x="358445" y="183794"/>
                </a:lnTo>
                <a:cubicBezTo>
                  <a:pt x="358445" y="158801"/>
                  <a:pt x="348081" y="137617"/>
                  <a:pt x="327355" y="120244"/>
                </a:cubicBezTo>
                <a:cubicBezTo>
                  <a:pt x="306629" y="102870"/>
                  <a:pt x="278892" y="94183"/>
                  <a:pt x="244145" y="94183"/>
                </a:cubicBezTo>
                <a:close/>
                <a:moveTo>
                  <a:pt x="244145" y="0"/>
                </a:moveTo>
                <a:cubicBezTo>
                  <a:pt x="275844" y="0"/>
                  <a:pt x="305410" y="4420"/>
                  <a:pt x="332842" y="13259"/>
                </a:cubicBezTo>
                <a:cubicBezTo>
                  <a:pt x="360273" y="22098"/>
                  <a:pt x="383743" y="34138"/>
                  <a:pt x="403250" y="49378"/>
                </a:cubicBezTo>
                <a:cubicBezTo>
                  <a:pt x="422757" y="64618"/>
                  <a:pt x="438150" y="82906"/>
                  <a:pt x="449427" y="104242"/>
                </a:cubicBezTo>
                <a:cubicBezTo>
                  <a:pt x="460705" y="125578"/>
                  <a:pt x="466343" y="148438"/>
                  <a:pt x="466343" y="172822"/>
                </a:cubicBezTo>
                <a:lnTo>
                  <a:pt x="466343" y="174650"/>
                </a:lnTo>
                <a:cubicBezTo>
                  <a:pt x="466343" y="210617"/>
                  <a:pt x="457657" y="239878"/>
                  <a:pt x="440283" y="262433"/>
                </a:cubicBezTo>
                <a:cubicBezTo>
                  <a:pt x="422909" y="284988"/>
                  <a:pt x="400507" y="303276"/>
                  <a:pt x="373075" y="317297"/>
                </a:cubicBezTo>
                <a:cubicBezTo>
                  <a:pt x="407822" y="333147"/>
                  <a:pt x="435711" y="353111"/>
                  <a:pt x="456743" y="377190"/>
                </a:cubicBezTo>
                <a:cubicBezTo>
                  <a:pt x="477774" y="401269"/>
                  <a:pt x="488289" y="432511"/>
                  <a:pt x="488289" y="470916"/>
                </a:cubicBezTo>
                <a:lnTo>
                  <a:pt x="488289" y="472745"/>
                </a:lnTo>
                <a:cubicBezTo>
                  <a:pt x="488289" y="501396"/>
                  <a:pt x="482193" y="527152"/>
                  <a:pt x="470001" y="550012"/>
                </a:cubicBezTo>
                <a:cubicBezTo>
                  <a:pt x="457809" y="572872"/>
                  <a:pt x="440741" y="592379"/>
                  <a:pt x="418795" y="608533"/>
                </a:cubicBezTo>
                <a:cubicBezTo>
                  <a:pt x="396849" y="624688"/>
                  <a:pt x="370941" y="637032"/>
                  <a:pt x="341071" y="645566"/>
                </a:cubicBezTo>
                <a:cubicBezTo>
                  <a:pt x="311200" y="654101"/>
                  <a:pt x="278892" y="658368"/>
                  <a:pt x="244145" y="658368"/>
                </a:cubicBezTo>
                <a:cubicBezTo>
                  <a:pt x="209397" y="658368"/>
                  <a:pt x="177089" y="653948"/>
                  <a:pt x="147218" y="645109"/>
                </a:cubicBezTo>
                <a:cubicBezTo>
                  <a:pt x="117348" y="636270"/>
                  <a:pt x="91440" y="623926"/>
                  <a:pt x="69494" y="608076"/>
                </a:cubicBezTo>
                <a:cubicBezTo>
                  <a:pt x="47549" y="592227"/>
                  <a:pt x="30480" y="573024"/>
                  <a:pt x="18288" y="550469"/>
                </a:cubicBezTo>
                <a:cubicBezTo>
                  <a:pt x="6096" y="527914"/>
                  <a:pt x="0" y="502920"/>
                  <a:pt x="0" y="475488"/>
                </a:cubicBezTo>
                <a:lnTo>
                  <a:pt x="0" y="473659"/>
                </a:lnTo>
                <a:cubicBezTo>
                  <a:pt x="0" y="434645"/>
                  <a:pt x="10058" y="402641"/>
                  <a:pt x="30175" y="377647"/>
                </a:cubicBezTo>
                <a:cubicBezTo>
                  <a:pt x="50292" y="352654"/>
                  <a:pt x="78638" y="332537"/>
                  <a:pt x="115214" y="317297"/>
                </a:cubicBezTo>
                <a:cubicBezTo>
                  <a:pt x="87782" y="303276"/>
                  <a:pt x="65379" y="284988"/>
                  <a:pt x="48006" y="262433"/>
                </a:cubicBezTo>
                <a:cubicBezTo>
                  <a:pt x="30632" y="239878"/>
                  <a:pt x="21945" y="210617"/>
                  <a:pt x="21945" y="174650"/>
                </a:cubicBezTo>
                <a:lnTo>
                  <a:pt x="21945" y="172822"/>
                </a:lnTo>
                <a:cubicBezTo>
                  <a:pt x="21945" y="148438"/>
                  <a:pt x="27584" y="125730"/>
                  <a:pt x="38862" y="104699"/>
                </a:cubicBezTo>
                <a:cubicBezTo>
                  <a:pt x="50140" y="83668"/>
                  <a:pt x="65532" y="65380"/>
                  <a:pt x="85039" y="49835"/>
                </a:cubicBezTo>
                <a:cubicBezTo>
                  <a:pt x="104546" y="34290"/>
                  <a:pt x="127863" y="22098"/>
                  <a:pt x="154991" y="13259"/>
                </a:cubicBezTo>
                <a:cubicBezTo>
                  <a:pt x="182118" y="4420"/>
                  <a:pt x="211836" y="0"/>
                  <a:pt x="244145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/>
          <a:p>
            <a:endParaRPr lang="es-ES_tradnl"/>
          </a:p>
        </p:txBody>
      </p:sp>
      <p:sp>
        <p:nvSpPr>
          <p:cNvPr id="57" name="Marcador de imagen 56"/>
          <p:cNvSpPr>
            <a:spLocks noGrp="1"/>
          </p:cNvSpPr>
          <p:nvPr>
            <p:ph type="pic" sz="quarter" idx="22"/>
          </p:nvPr>
        </p:nvSpPr>
        <p:spPr>
          <a:xfrm>
            <a:off x="10330722" y="516340"/>
            <a:ext cx="493777" cy="662026"/>
          </a:xfrm>
          <a:custGeom>
            <a:avLst/>
            <a:gdLst>
              <a:gd name="connsiteX0" fmla="*/ 239573 w 493777"/>
              <a:gd name="connsiteY0" fmla="*/ 96927 h 662026"/>
              <a:gd name="connsiteX1" fmla="*/ 186081 w 493777"/>
              <a:gd name="connsiteY1" fmla="*/ 106071 h 662026"/>
              <a:gd name="connsiteX2" fmla="*/ 146304 w 493777"/>
              <a:gd name="connsiteY2" fmla="*/ 131674 h 662026"/>
              <a:gd name="connsiteX3" fmla="*/ 121158 w 493777"/>
              <a:gd name="connsiteY3" fmla="*/ 169621 h 662026"/>
              <a:gd name="connsiteX4" fmla="*/ 112471 w 493777"/>
              <a:gd name="connsiteY4" fmla="*/ 215799 h 662026"/>
              <a:gd name="connsiteX5" fmla="*/ 112471 w 493777"/>
              <a:gd name="connsiteY5" fmla="*/ 217627 h 662026"/>
              <a:gd name="connsiteX6" fmla="*/ 147675 w 493777"/>
              <a:gd name="connsiteY6" fmla="*/ 299924 h 662026"/>
              <a:gd name="connsiteX7" fmla="*/ 243231 w 493777"/>
              <a:gd name="connsiteY7" fmla="*/ 331927 h 662026"/>
              <a:gd name="connsiteX8" fmla="*/ 297637 w 493777"/>
              <a:gd name="connsiteY8" fmla="*/ 322783 h 662026"/>
              <a:gd name="connsiteX9" fmla="*/ 338785 w 493777"/>
              <a:gd name="connsiteY9" fmla="*/ 297637 h 662026"/>
              <a:gd name="connsiteX10" fmla="*/ 364389 w 493777"/>
              <a:gd name="connsiteY10" fmla="*/ 261061 h 662026"/>
              <a:gd name="connsiteX11" fmla="*/ 373075 w 493777"/>
              <a:gd name="connsiteY11" fmla="*/ 216713 h 662026"/>
              <a:gd name="connsiteX12" fmla="*/ 373075 w 493777"/>
              <a:gd name="connsiteY12" fmla="*/ 214884 h 662026"/>
              <a:gd name="connsiteX13" fmla="*/ 336957 w 493777"/>
              <a:gd name="connsiteY13" fmla="*/ 130759 h 662026"/>
              <a:gd name="connsiteX14" fmla="*/ 239573 w 493777"/>
              <a:gd name="connsiteY14" fmla="*/ 96927 h 662026"/>
              <a:gd name="connsiteX15" fmla="*/ 238658 w 493777"/>
              <a:gd name="connsiteY15" fmla="*/ 0 h 662026"/>
              <a:gd name="connsiteX16" fmla="*/ 340614 w 493777"/>
              <a:gd name="connsiteY16" fmla="*/ 16917 h 662026"/>
              <a:gd name="connsiteX17" fmla="*/ 416052 w 493777"/>
              <a:gd name="connsiteY17" fmla="*/ 67666 h 662026"/>
              <a:gd name="connsiteX18" fmla="*/ 472745 w 493777"/>
              <a:gd name="connsiteY18" fmla="*/ 160477 h 662026"/>
              <a:gd name="connsiteX19" fmla="*/ 493777 w 493777"/>
              <a:gd name="connsiteY19" fmla="*/ 311811 h 662026"/>
              <a:gd name="connsiteX20" fmla="*/ 493777 w 493777"/>
              <a:gd name="connsiteY20" fmla="*/ 313639 h 662026"/>
              <a:gd name="connsiteX21" fmla="*/ 475031 w 493777"/>
              <a:gd name="connsiteY21" fmla="*/ 454914 h 662026"/>
              <a:gd name="connsiteX22" fmla="*/ 421081 w 493777"/>
              <a:gd name="connsiteY22" fmla="*/ 565100 h 662026"/>
              <a:gd name="connsiteX23" fmla="*/ 334671 w 493777"/>
              <a:gd name="connsiteY23" fmla="*/ 636423 h 662026"/>
              <a:gd name="connsiteX24" fmla="*/ 219456 w 493777"/>
              <a:gd name="connsiteY24" fmla="*/ 662026 h 662026"/>
              <a:gd name="connsiteX25" fmla="*/ 104241 w 493777"/>
              <a:gd name="connsiteY25" fmla="*/ 640537 h 662026"/>
              <a:gd name="connsiteX26" fmla="*/ 14631 w 493777"/>
              <a:gd name="connsiteY26" fmla="*/ 585216 h 662026"/>
              <a:gd name="connsiteX27" fmla="*/ 75895 w 493777"/>
              <a:gd name="connsiteY27" fmla="*/ 499263 h 662026"/>
              <a:gd name="connsiteX28" fmla="*/ 146761 w 493777"/>
              <a:gd name="connsiteY28" fmla="*/ 544983 h 662026"/>
              <a:gd name="connsiteX29" fmla="*/ 222199 w 493777"/>
              <a:gd name="connsiteY29" fmla="*/ 559613 h 662026"/>
              <a:gd name="connsiteX30" fmla="*/ 285750 w 493777"/>
              <a:gd name="connsiteY30" fmla="*/ 544983 h 662026"/>
              <a:gd name="connsiteX31" fmla="*/ 333299 w 493777"/>
              <a:gd name="connsiteY31" fmla="*/ 503377 h 662026"/>
              <a:gd name="connsiteX32" fmla="*/ 363931 w 493777"/>
              <a:gd name="connsiteY32" fmla="*/ 439369 h 662026"/>
              <a:gd name="connsiteX33" fmla="*/ 376733 w 493777"/>
              <a:gd name="connsiteY33" fmla="*/ 358445 h 662026"/>
              <a:gd name="connsiteX34" fmla="*/ 315925 w 493777"/>
              <a:gd name="connsiteY34" fmla="*/ 406908 h 662026"/>
              <a:gd name="connsiteX35" fmla="*/ 226771 w 493777"/>
              <a:gd name="connsiteY35" fmla="*/ 426111 h 662026"/>
              <a:gd name="connsiteX36" fmla="*/ 133960 w 493777"/>
              <a:gd name="connsiteY36" fmla="*/ 411937 h 662026"/>
              <a:gd name="connsiteX37" fmla="*/ 62637 w 493777"/>
              <a:gd name="connsiteY37" fmla="*/ 371247 h 662026"/>
              <a:gd name="connsiteX38" fmla="*/ 16459 w 493777"/>
              <a:gd name="connsiteY38" fmla="*/ 307239 h 662026"/>
              <a:gd name="connsiteX39" fmla="*/ 0 w 493777"/>
              <a:gd name="connsiteY39" fmla="*/ 223114 h 662026"/>
              <a:gd name="connsiteX40" fmla="*/ 0 w 493777"/>
              <a:gd name="connsiteY40" fmla="*/ 221285 h 662026"/>
              <a:gd name="connsiteX41" fmla="*/ 17373 w 493777"/>
              <a:gd name="connsiteY41" fmla="*/ 133960 h 662026"/>
              <a:gd name="connsiteX42" fmla="*/ 66295 w 493777"/>
              <a:gd name="connsiteY42" fmla="*/ 63551 h 662026"/>
              <a:gd name="connsiteX43" fmla="*/ 141732 w 493777"/>
              <a:gd name="connsiteY43" fmla="*/ 16917 h 662026"/>
              <a:gd name="connsiteX44" fmla="*/ 238658 w 493777"/>
              <a:gd name="connsiteY44" fmla="*/ 0 h 6620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</a:cxnLst>
            <a:rect l="l" t="t" r="r" b="b"/>
            <a:pathLst>
              <a:path w="493777" h="662026">
                <a:moveTo>
                  <a:pt x="239573" y="96927"/>
                </a:moveTo>
                <a:cubicBezTo>
                  <a:pt x="219456" y="96927"/>
                  <a:pt x="201625" y="99975"/>
                  <a:pt x="186081" y="106071"/>
                </a:cubicBezTo>
                <a:cubicBezTo>
                  <a:pt x="170535" y="112167"/>
                  <a:pt x="157277" y="120701"/>
                  <a:pt x="146304" y="131674"/>
                </a:cubicBezTo>
                <a:cubicBezTo>
                  <a:pt x="135331" y="142647"/>
                  <a:pt x="126949" y="155296"/>
                  <a:pt x="121158" y="169621"/>
                </a:cubicBezTo>
                <a:cubicBezTo>
                  <a:pt x="115367" y="183947"/>
                  <a:pt x="112471" y="199339"/>
                  <a:pt x="112471" y="215799"/>
                </a:cubicBezTo>
                <a:lnTo>
                  <a:pt x="112471" y="217627"/>
                </a:lnTo>
                <a:cubicBezTo>
                  <a:pt x="112471" y="251155"/>
                  <a:pt x="124206" y="278587"/>
                  <a:pt x="147675" y="299924"/>
                </a:cubicBezTo>
                <a:cubicBezTo>
                  <a:pt x="171145" y="321260"/>
                  <a:pt x="202997" y="331927"/>
                  <a:pt x="243231" y="331927"/>
                </a:cubicBezTo>
                <a:cubicBezTo>
                  <a:pt x="263347" y="331927"/>
                  <a:pt x="281483" y="328879"/>
                  <a:pt x="297637" y="322783"/>
                </a:cubicBezTo>
                <a:cubicBezTo>
                  <a:pt x="313791" y="316687"/>
                  <a:pt x="327507" y="308305"/>
                  <a:pt x="338785" y="297637"/>
                </a:cubicBezTo>
                <a:cubicBezTo>
                  <a:pt x="350063" y="286969"/>
                  <a:pt x="358597" y="274777"/>
                  <a:pt x="364389" y="261061"/>
                </a:cubicBezTo>
                <a:cubicBezTo>
                  <a:pt x="370180" y="247345"/>
                  <a:pt x="373075" y="232563"/>
                  <a:pt x="373075" y="216713"/>
                </a:cubicBezTo>
                <a:lnTo>
                  <a:pt x="373075" y="214884"/>
                </a:lnTo>
                <a:cubicBezTo>
                  <a:pt x="373075" y="181356"/>
                  <a:pt x="361035" y="153315"/>
                  <a:pt x="336957" y="130759"/>
                </a:cubicBezTo>
                <a:cubicBezTo>
                  <a:pt x="312877" y="108204"/>
                  <a:pt x="280416" y="96927"/>
                  <a:pt x="239573" y="96927"/>
                </a:cubicBezTo>
                <a:close/>
                <a:moveTo>
                  <a:pt x="238658" y="0"/>
                </a:moveTo>
                <a:cubicBezTo>
                  <a:pt x="278892" y="0"/>
                  <a:pt x="312877" y="5639"/>
                  <a:pt x="340614" y="16917"/>
                </a:cubicBezTo>
                <a:cubicBezTo>
                  <a:pt x="368351" y="28194"/>
                  <a:pt x="393497" y="45111"/>
                  <a:pt x="416052" y="67666"/>
                </a:cubicBezTo>
                <a:cubicBezTo>
                  <a:pt x="439827" y="91440"/>
                  <a:pt x="458724" y="122377"/>
                  <a:pt x="472745" y="160477"/>
                </a:cubicBezTo>
                <a:cubicBezTo>
                  <a:pt x="486766" y="198577"/>
                  <a:pt x="493777" y="249022"/>
                  <a:pt x="493777" y="311811"/>
                </a:cubicBezTo>
                <a:lnTo>
                  <a:pt x="493777" y="313639"/>
                </a:lnTo>
                <a:cubicBezTo>
                  <a:pt x="493777" y="364846"/>
                  <a:pt x="487528" y="411937"/>
                  <a:pt x="475031" y="454914"/>
                </a:cubicBezTo>
                <a:cubicBezTo>
                  <a:pt x="462534" y="497891"/>
                  <a:pt x="444551" y="534619"/>
                  <a:pt x="421081" y="565100"/>
                </a:cubicBezTo>
                <a:cubicBezTo>
                  <a:pt x="397612" y="595579"/>
                  <a:pt x="368809" y="619354"/>
                  <a:pt x="334671" y="636423"/>
                </a:cubicBezTo>
                <a:cubicBezTo>
                  <a:pt x="300533" y="653491"/>
                  <a:pt x="262129" y="662026"/>
                  <a:pt x="219456" y="662026"/>
                </a:cubicBezTo>
                <a:cubicBezTo>
                  <a:pt x="174955" y="662026"/>
                  <a:pt x="136551" y="654863"/>
                  <a:pt x="104241" y="640537"/>
                </a:cubicBezTo>
                <a:cubicBezTo>
                  <a:pt x="71933" y="626212"/>
                  <a:pt x="42063" y="607771"/>
                  <a:pt x="14631" y="585216"/>
                </a:cubicBezTo>
                <a:lnTo>
                  <a:pt x="75895" y="499263"/>
                </a:lnTo>
                <a:cubicBezTo>
                  <a:pt x="100279" y="519989"/>
                  <a:pt x="123901" y="535229"/>
                  <a:pt x="146761" y="544983"/>
                </a:cubicBezTo>
                <a:cubicBezTo>
                  <a:pt x="169621" y="554736"/>
                  <a:pt x="194767" y="559613"/>
                  <a:pt x="222199" y="559613"/>
                </a:cubicBezTo>
                <a:cubicBezTo>
                  <a:pt x="245973" y="559613"/>
                  <a:pt x="267157" y="554736"/>
                  <a:pt x="285750" y="544983"/>
                </a:cubicBezTo>
                <a:cubicBezTo>
                  <a:pt x="304343" y="535229"/>
                  <a:pt x="320193" y="521361"/>
                  <a:pt x="333299" y="503377"/>
                </a:cubicBezTo>
                <a:cubicBezTo>
                  <a:pt x="346405" y="485394"/>
                  <a:pt x="356616" y="464058"/>
                  <a:pt x="363931" y="439369"/>
                </a:cubicBezTo>
                <a:cubicBezTo>
                  <a:pt x="371247" y="414681"/>
                  <a:pt x="375514" y="387706"/>
                  <a:pt x="376733" y="358445"/>
                </a:cubicBezTo>
                <a:cubicBezTo>
                  <a:pt x="360883" y="377952"/>
                  <a:pt x="340614" y="394107"/>
                  <a:pt x="315925" y="406908"/>
                </a:cubicBezTo>
                <a:cubicBezTo>
                  <a:pt x="291237" y="419710"/>
                  <a:pt x="261519" y="426111"/>
                  <a:pt x="226771" y="426111"/>
                </a:cubicBezTo>
                <a:cubicBezTo>
                  <a:pt x="192633" y="426111"/>
                  <a:pt x="161697" y="421386"/>
                  <a:pt x="133960" y="411937"/>
                </a:cubicBezTo>
                <a:cubicBezTo>
                  <a:pt x="106223" y="402489"/>
                  <a:pt x="82449" y="388925"/>
                  <a:pt x="62637" y="371247"/>
                </a:cubicBezTo>
                <a:cubicBezTo>
                  <a:pt x="42825" y="353568"/>
                  <a:pt x="27432" y="332232"/>
                  <a:pt x="16459" y="307239"/>
                </a:cubicBezTo>
                <a:cubicBezTo>
                  <a:pt x="5487" y="282245"/>
                  <a:pt x="0" y="254203"/>
                  <a:pt x="0" y="223114"/>
                </a:cubicBezTo>
                <a:lnTo>
                  <a:pt x="0" y="221285"/>
                </a:lnTo>
                <a:cubicBezTo>
                  <a:pt x="0" y="190195"/>
                  <a:pt x="5791" y="161087"/>
                  <a:pt x="17373" y="133960"/>
                </a:cubicBezTo>
                <a:cubicBezTo>
                  <a:pt x="28956" y="106833"/>
                  <a:pt x="45263" y="83363"/>
                  <a:pt x="66295" y="63551"/>
                </a:cubicBezTo>
                <a:cubicBezTo>
                  <a:pt x="87325" y="43739"/>
                  <a:pt x="112471" y="28194"/>
                  <a:pt x="141732" y="16917"/>
                </a:cubicBezTo>
                <a:cubicBezTo>
                  <a:pt x="170993" y="5639"/>
                  <a:pt x="203301" y="0"/>
                  <a:pt x="238658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/>
          <a:p>
            <a:endParaRPr lang="es-ES_tradnl" dirty="0"/>
          </a:p>
        </p:txBody>
      </p:sp>
      <p:sp>
        <p:nvSpPr>
          <p:cNvPr id="48" name="Marcador de imagen 47" title="Foto"/>
          <p:cNvSpPr>
            <a:spLocks noGrp="1"/>
          </p:cNvSpPr>
          <p:nvPr>
            <p:ph type="pic" sz="quarter" idx="13"/>
          </p:nvPr>
        </p:nvSpPr>
        <p:spPr>
          <a:xfrm>
            <a:off x="1227800" y="491965"/>
            <a:ext cx="557784" cy="658800"/>
          </a:xfrm>
          <a:custGeom>
            <a:avLst/>
            <a:gdLst>
              <a:gd name="connsiteX0" fmla="*/ 277978 w 557784"/>
              <a:gd name="connsiteY0" fmla="*/ 101499 h 662026"/>
              <a:gd name="connsiteX1" fmla="*/ 210770 w 557784"/>
              <a:gd name="connsiteY1" fmla="*/ 119329 h 662026"/>
              <a:gd name="connsiteX2" fmla="*/ 160021 w 557784"/>
              <a:gd name="connsiteY2" fmla="*/ 167793 h 662026"/>
              <a:gd name="connsiteX3" fmla="*/ 127559 w 557784"/>
              <a:gd name="connsiteY3" fmla="*/ 240030 h 662026"/>
              <a:gd name="connsiteX4" fmla="*/ 116129 w 557784"/>
              <a:gd name="connsiteY4" fmla="*/ 329184 h 662026"/>
              <a:gd name="connsiteX5" fmla="*/ 116129 w 557784"/>
              <a:gd name="connsiteY5" fmla="*/ 331013 h 662026"/>
              <a:gd name="connsiteX6" fmla="*/ 127559 w 557784"/>
              <a:gd name="connsiteY6" fmla="*/ 420167 h 662026"/>
              <a:gd name="connsiteX7" fmla="*/ 160478 w 557784"/>
              <a:gd name="connsiteY7" fmla="*/ 492862 h 662026"/>
              <a:gd name="connsiteX8" fmla="*/ 212141 w 557784"/>
              <a:gd name="connsiteY8" fmla="*/ 542239 h 662026"/>
              <a:gd name="connsiteX9" fmla="*/ 279807 w 557784"/>
              <a:gd name="connsiteY9" fmla="*/ 560527 h 662026"/>
              <a:gd name="connsiteX10" fmla="*/ 347015 w 557784"/>
              <a:gd name="connsiteY10" fmla="*/ 542697 h 662026"/>
              <a:gd name="connsiteX11" fmla="*/ 397764 w 557784"/>
              <a:gd name="connsiteY11" fmla="*/ 494233 h 662026"/>
              <a:gd name="connsiteX12" fmla="*/ 430226 w 557784"/>
              <a:gd name="connsiteY12" fmla="*/ 421996 h 662026"/>
              <a:gd name="connsiteX13" fmla="*/ 441656 w 557784"/>
              <a:gd name="connsiteY13" fmla="*/ 332842 h 662026"/>
              <a:gd name="connsiteX14" fmla="*/ 441656 w 557784"/>
              <a:gd name="connsiteY14" fmla="*/ 331013 h 662026"/>
              <a:gd name="connsiteX15" fmla="*/ 429769 w 557784"/>
              <a:gd name="connsiteY15" fmla="*/ 241859 h 662026"/>
              <a:gd name="connsiteX16" fmla="*/ 396850 w 557784"/>
              <a:gd name="connsiteY16" fmla="*/ 169164 h 662026"/>
              <a:gd name="connsiteX17" fmla="*/ 345187 w 557784"/>
              <a:gd name="connsiteY17" fmla="*/ 119787 h 662026"/>
              <a:gd name="connsiteX18" fmla="*/ 277978 w 557784"/>
              <a:gd name="connsiteY18" fmla="*/ 101499 h 662026"/>
              <a:gd name="connsiteX19" fmla="*/ 279807 w 557784"/>
              <a:gd name="connsiteY19" fmla="*/ 0 h 662026"/>
              <a:gd name="connsiteX20" fmla="*/ 394107 w 557784"/>
              <a:gd name="connsiteY20" fmla="*/ 25603 h 662026"/>
              <a:gd name="connsiteX21" fmla="*/ 481432 w 557784"/>
              <a:gd name="connsiteY21" fmla="*/ 96012 h 662026"/>
              <a:gd name="connsiteX22" fmla="*/ 537668 w 557784"/>
              <a:gd name="connsiteY22" fmla="*/ 200711 h 662026"/>
              <a:gd name="connsiteX23" fmla="*/ 557784 w 557784"/>
              <a:gd name="connsiteY23" fmla="*/ 329184 h 662026"/>
              <a:gd name="connsiteX24" fmla="*/ 557784 w 557784"/>
              <a:gd name="connsiteY24" fmla="*/ 331013 h 662026"/>
              <a:gd name="connsiteX25" fmla="*/ 537668 w 557784"/>
              <a:gd name="connsiteY25" fmla="*/ 459943 h 662026"/>
              <a:gd name="connsiteX26" fmla="*/ 480975 w 557784"/>
              <a:gd name="connsiteY26" fmla="*/ 565100 h 662026"/>
              <a:gd name="connsiteX27" fmla="*/ 392735 w 557784"/>
              <a:gd name="connsiteY27" fmla="*/ 635966 h 662026"/>
              <a:gd name="connsiteX28" fmla="*/ 277978 w 557784"/>
              <a:gd name="connsiteY28" fmla="*/ 662026 h 662026"/>
              <a:gd name="connsiteX29" fmla="*/ 163678 w 557784"/>
              <a:gd name="connsiteY29" fmla="*/ 636423 h 662026"/>
              <a:gd name="connsiteX30" fmla="*/ 75896 w 557784"/>
              <a:gd name="connsiteY30" fmla="*/ 566014 h 662026"/>
              <a:gd name="connsiteX31" fmla="*/ 19660 w 557784"/>
              <a:gd name="connsiteY31" fmla="*/ 461315 h 662026"/>
              <a:gd name="connsiteX32" fmla="*/ 0 w 557784"/>
              <a:gd name="connsiteY32" fmla="*/ 332842 h 662026"/>
              <a:gd name="connsiteX33" fmla="*/ 0 w 557784"/>
              <a:gd name="connsiteY33" fmla="*/ 331013 h 662026"/>
              <a:gd name="connsiteX34" fmla="*/ 20117 w 557784"/>
              <a:gd name="connsiteY34" fmla="*/ 202083 h 662026"/>
              <a:gd name="connsiteX35" fmla="*/ 76810 w 557784"/>
              <a:gd name="connsiteY35" fmla="*/ 96927 h 662026"/>
              <a:gd name="connsiteX36" fmla="*/ 165050 w 557784"/>
              <a:gd name="connsiteY36" fmla="*/ 26061 h 662026"/>
              <a:gd name="connsiteX37" fmla="*/ 279807 w 557784"/>
              <a:gd name="connsiteY37" fmla="*/ 0 h 6620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557784" h="662026">
                <a:moveTo>
                  <a:pt x="277978" y="101499"/>
                </a:moveTo>
                <a:cubicBezTo>
                  <a:pt x="252985" y="101499"/>
                  <a:pt x="230582" y="107442"/>
                  <a:pt x="210770" y="119329"/>
                </a:cubicBezTo>
                <a:cubicBezTo>
                  <a:pt x="190958" y="131217"/>
                  <a:pt x="174041" y="147371"/>
                  <a:pt x="160021" y="167793"/>
                </a:cubicBezTo>
                <a:cubicBezTo>
                  <a:pt x="146000" y="188214"/>
                  <a:pt x="135179" y="212293"/>
                  <a:pt x="127559" y="240030"/>
                </a:cubicBezTo>
                <a:cubicBezTo>
                  <a:pt x="119939" y="267767"/>
                  <a:pt x="116129" y="297485"/>
                  <a:pt x="116129" y="329184"/>
                </a:cubicBezTo>
                <a:lnTo>
                  <a:pt x="116129" y="331013"/>
                </a:lnTo>
                <a:cubicBezTo>
                  <a:pt x="116129" y="362712"/>
                  <a:pt x="119939" y="392430"/>
                  <a:pt x="127559" y="420167"/>
                </a:cubicBezTo>
                <a:cubicBezTo>
                  <a:pt x="135179" y="447904"/>
                  <a:pt x="146152" y="472135"/>
                  <a:pt x="160478" y="492862"/>
                </a:cubicBezTo>
                <a:cubicBezTo>
                  <a:pt x="174803" y="513588"/>
                  <a:pt x="192025" y="530048"/>
                  <a:pt x="212141" y="542239"/>
                </a:cubicBezTo>
                <a:cubicBezTo>
                  <a:pt x="232258" y="554431"/>
                  <a:pt x="254813" y="560527"/>
                  <a:pt x="279807" y="560527"/>
                </a:cubicBezTo>
                <a:cubicBezTo>
                  <a:pt x="304801" y="560527"/>
                  <a:pt x="327203" y="554584"/>
                  <a:pt x="347015" y="542697"/>
                </a:cubicBezTo>
                <a:cubicBezTo>
                  <a:pt x="366827" y="530810"/>
                  <a:pt x="383744" y="514655"/>
                  <a:pt x="397764" y="494233"/>
                </a:cubicBezTo>
                <a:cubicBezTo>
                  <a:pt x="411785" y="473812"/>
                  <a:pt x="422606" y="449733"/>
                  <a:pt x="430226" y="421996"/>
                </a:cubicBezTo>
                <a:cubicBezTo>
                  <a:pt x="437846" y="394259"/>
                  <a:pt x="441656" y="364541"/>
                  <a:pt x="441656" y="332842"/>
                </a:cubicBezTo>
                <a:lnTo>
                  <a:pt x="441656" y="331013"/>
                </a:lnTo>
                <a:cubicBezTo>
                  <a:pt x="441656" y="299314"/>
                  <a:pt x="437693" y="269596"/>
                  <a:pt x="429769" y="241859"/>
                </a:cubicBezTo>
                <a:cubicBezTo>
                  <a:pt x="421844" y="214122"/>
                  <a:pt x="410871" y="189891"/>
                  <a:pt x="396850" y="169164"/>
                </a:cubicBezTo>
                <a:cubicBezTo>
                  <a:pt x="382829" y="148438"/>
                  <a:pt x="365608" y="131979"/>
                  <a:pt x="345187" y="119787"/>
                </a:cubicBezTo>
                <a:cubicBezTo>
                  <a:pt x="324765" y="107595"/>
                  <a:pt x="302362" y="101499"/>
                  <a:pt x="277978" y="101499"/>
                </a:cubicBezTo>
                <a:close/>
                <a:moveTo>
                  <a:pt x="279807" y="0"/>
                </a:moveTo>
                <a:cubicBezTo>
                  <a:pt x="321869" y="0"/>
                  <a:pt x="359969" y="8535"/>
                  <a:pt x="394107" y="25603"/>
                </a:cubicBezTo>
                <a:cubicBezTo>
                  <a:pt x="428245" y="42672"/>
                  <a:pt x="457353" y="66142"/>
                  <a:pt x="481432" y="96012"/>
                </a:cubicBezTo>
                <a:cubicBezTo>
                  <a:pt x="505511" y="125883"/>
                  <a:pt x="524257" y="160782"/>
                  <a:pt x="537668" y="200711"/>
                </a:cubicBezTo>
                <a:cubicBezTo>
                  <a:pt x="551079" y="240640"/>
                  <a:pt x="557784" y="283464"/>
                  <a:pt x="557784" y="329184"/>
                </a:cubicBezTo>
                <a:lnTo>
                  <a:pt x="557784" y="331013"/>
                </a:lnTo>
                <a:cubicBezTo>
                  <a:pt x="557784" y="376733"/>
                  <a:pt x="551079" y="419710"/>
                  <a:pt x="537668" y="459943"/>
                </a:cubicBezTo>
                <a:cubicBezTo>
                  <a:pt x="524257" y="500177"/>
                  <a:pt x="505359" y="535229"/>
                  <a:pt x="480975" y="565100"/>
                </a:cubicBezTo>
                <a:cubicBezTo>
                  <a:pt x="456591" y="594970"/>
                  <a:pt x="427178" y="618592"/>
                  <a:pt x="392735" y="635966"/>
                </a:cubicBezTo>
                <a:cubicBezTo>
                  <a:pt x="358293" y="653339"/>
                  <a:pt x="320040" y="662026"/>
                  <a:pt x="277978" y="662026"/>
                </a:cubicBezTo>
                <a:cubicBezTo>
                  <a:pt x="235916" y="662026"/>
                  <a:pt x="197816" y="653491"/>
                  <a:pt x="163678" y="636423"/>
                </a:cubicBezTo>
                <a:cubicBezTo>
                  <a:pt x="129541" y="619354"/>
                  <a:pt x="100280" y="595884"/>
                  <a:pt x="75896" y="566014"/>
                </a:cubicBezTo>
                <a:cubicBezTo>
                  <a:pt x="51512" y="536143"/>
                  <a:pt x="32767" y="501244"/>
                  <a:pt x="19660" y="461315"/>
                </a:cubicBezTo>
                <a:cubicBezTo>
                  <a:pt x="6554" y="421386"/>
                  <a:pt x="0" y="378562"/>
                  <a:pt x="0" y="332842"/>
                </a:cubicBezTo>
                <a:lnTo>
                  <a:pt x="0" y="331013"/>
                </a:lnTo>
                <a:cubicBezTo>
                  <a:pt x="0" y="285293"/>
                  <a:pt x="6706" y="242316"/>
                  <a:pt x="20117" y="202083"/>
                </a:cubicBezTo>
                <a:cubicBezTo>
                  <a:pt x="33529" y="161849"/>
                  <a:pt x="52426" y="126797"/>
                  <a:pt x="76810" y="96927"/>
                </a:cubicBezTo>
                <a:cubicBezTo>
                  <a:pt x="101194" y="67056"/>
                  <a:pt x="130607" y="43434"/>
                  <a:pt x="165050" y="26061"/>
                </a:cubicBezTo>
                <a:cubicBezTo>
                  <a:pt x="199492" y="8687"/>
                  <a:pt x="237744" y="0"/>
                  <a:pt x="279807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lIns="90000">
            <a:noAutofit/>
          </a:bodyPr>
          <a:lstStyle/>
          <a:p>
            <a:endParaRPr lang="es-ES_tradnl" dirty="0"/>
          </a:p>
        </p:txBody>
      </p:sp>
      <p:sp>
        <p:nvSpPr>
          <p:cNvPr id="62" name="Marcador de fecha 61"/>
          <p:cNvSpPr>
            <a:spLocks noGrp="1"/>
          </p:cNvSpPr>
          <p:nvPr>
            <p:ph type="dt" sz="half" idx="23"/>
          </p:nvPr>
        </p:nvSpPr>
        <p:spPr/>
        <p:txBody>
          <a:bodyPr/>
          <a:lstStyle/>
          <a:p>
            <a:fld id="{E88E9B80-D237-1F47-814A-41452C801B18}" type="datetimeFigureOut">
              <a:rPr lang="es-ES_tradnl" smtClean="0"/>
              <a:t>5/3/26</a:t>
            </a:fld>
            <a:endParaRPr lang="es-ES_tradnl"/>
          </a:p>
        </p:txBody>
      </p:sp>
      <p:sp>
        <p:nvSpPr>
          <p:cNvPr id="63" name="Marcador de pie de página 62"/>
          <p:cNvSpPr>
            <a:spLocks noGrp="1"/>
          </p:cNvSpPr>
          <p:nvPr>
            <p:ph type="ftr" sz="quarter" idx="24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4" name="Marcador de número de diapositiva 63"/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DE3B3FA2-30BF-D841-8401-DF3B604B5084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003255275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23" indent="0" algn="ctr">
              <a:buNone/>
              <a:defRPr sz="2000"/>
            </a:lvl2pPr>
            <a:lvl3pPr marL="914446" indent="0" algn="ctr">
              <a:buNone/>
              <a:defRPr sz="1800"/>
            </a:lvl3pPr>
            <a:lvl4pPr marL="1371669" indent="0" algn="ctr">
              <a:buNone/>
              <a:defRPr sz="1600"/>
            </a:lvl4pPr>
            <a:lvl5pPr marL="1828891" indent="0" algn="ctr">
              <a:buNone/>
              <a:defRPr sz="1600"/>
            </a:lvl5pPr>
            <a:lvl6pPr marL="2286114" indent="0" algn="ctr">
              <a:buNone/>
              <a:defRPr sz="1600"/>
            </a:lvl6pPr>
            <a:lvl7pPr marL="2743337" indent="0" algn="ctr">
              <a:buNone/>
              <a:defRPr sz="1600"/>
            </a:lvl7pPr>
            <a:lvl8pPr marL="3200560" indent="0" algn="ctr">
              <a:buNone/>
              <a:defRPr sz="1600"/>
            </a:lvl8pPr>
            <a:lvl9pPr marL="3657783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0488C5C-431E-4C58-B3DC-F2F66F838D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EBFD297-E93B-4517-9570-275EA585B821}" type="datetimeFigureOut">
              <a:rPr lang="es-CL"/>
              <a:pPr>
                <a:defRPr/>
              </a:pPr>
              <a:t>05-03-26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C6AE802-3DB9-47E3-9D8C-86C75410CB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6DEB856-D4A0-4FFB-8174-15FB1F233F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12CCDAA-323C-4BF8-A9CC-987147650278}" type="slidenum">
              <a:rPr lang="es-CL"/>
              <a:pPr>
                <a:defRPr/>
              </a:pPr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507389540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D8A6DEF-A902-4291-AF55-96920B9555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61A845-27A6-40AD-9442-8CCED996BAB6}" type="datetimeFigureOut">
              <a:rPr lang="es-CL"/>
              <a:pPr>
                <a:defRPr/>
              </a:pPr>
              <a:t>05-03-26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2BFDBDF-07B0-4F59-9E65-28B9347772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9C55D21-61B7-451C-899E-D77F6BD6CE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28F6FE9-71F4-4133-BDAC-5AA6F36CA0FA}" type="slidenum">
              <a:rPr lang="es-CL"/>
              <a:pPr>
                <a:defRPr/>
              </a:pPr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975415109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9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4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23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46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6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9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11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33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56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78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9D45F14-06BE-4B78-BD3C-A9279569BA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FE276C5-7482-4794-891B-D37266BF6306}" type="datetimeFigureOut">
              <a:rPr lang="es-CL"/>
              <a:pPr>
                <a:defRPr/>
              </a:pPr>
              <a:t>05-03-26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6E93306-3A09-40C0-9B36-06A1187737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4B2D2C6-B6B6-4BF3-AC8F-53F33D080B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41CF9E8-867A-4ECF-BFBE-EAFBAF76A8CB}" type="slidenum">
              <a:rPr lang="es-CL"/>
              <a:pPr>
                <a:defRPr/>
              </a:pPr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031801460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6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6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Marcador de fecha 3">
            <a:extLst>
              <a:ext uri="{FF2B5EF4-FFF2-40B4-BE49-F238E27FC236}">
                <a16:creationId xmlns:a16="http://schemas.microsoft.com/office/drawing/2014/main" id="{05FD04EF-E3CA-4034-9336-E29100381E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5328D00-2EB8-4C69-9FA4-6168BB21E4C9}" type="datetimeFigureOut">
              <a:rPr lang="es-CL"/>
              <a:pPr>
                <a:defRPr/>
              </a:pPr>
              <a:t>05-03-26</a:t>
            </a:fld>
            <a:endParaRPr lang="es-CL"/>
          </a:p>
        </p:txBody>
      </p:sp>
      <p:sp>
        <p:nvSpPr>
          <p:cNvPr id="6" name="Marcador de pie de página 4">
            <a:extLst>
              <a:ext uri="{FF2B5EF4-FFF2-40B4-BE49-F238E27FC236}">
                <a16:creationId xmlns:a16="http://schemas.microsoft.com/office/drawing/2014/main" id="{B8DEC915-78E5-4485-8261-E5A6C2EB15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CL"/>
          </a:p>
        </p:txBody>
      </p:sp>
      <p:sp>
        <p:nvSpPr>
          <p:cNvPr id="7" name="Marcador de número de diapositiva 5">
            <a:extLst>
              <a:ext uri="{FF2B5EF4-FFF2-40B4-BE49-F238E27FC236}">
                <a16:creationId xmlns:a16="http://schemas.microsoft.com/office/drawing/2014/main" id="{3EEDFA96-236D-43FD-B77D-2F3C334504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AEDCCDF-27C1-498E-8832-6C6B5323489C}" type="slidenum">
              <a:rPr lang="es-CL"/>
              <a:pPr>
                <a:defRPr/>
              </a:pPr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647381839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6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23" indent="0">
              <a:buNone/>
              <a:defRPr sz="2000" b="1"/>
            </a:lvl2pPr>
            <a:lvl3pPr marL="914446" indent="0">
              <a:buNone/>
              <a:defRPr sz="1800" b="1"/>
            </a:lvl3pPr>
            <a:lvl4pPr marL="1371669" indent="0">
              <a:buNone/>
              <a:defRPr sz="1600" b="1"/>
            </a:lvl4pPr>
            <a:lvl5pPr marL="1828891" indent="0">
              <a:buNone/>
              <a:defRPr sz="1600" b="1"/>
            </a:lvl5pPr>
            <a:lvl6pPr marL="2286114" indent="0">
              <a:buNone/>
              <a:defRPr sz="1600" b="1"/>
            </a:lvl6pPr>
            <a:lvl7pPr marL="2743337" indent="0">
              <a:buNone/>
              <a:defRPr sz="1600" b="1"/>
            </a:lvl7pPr>
            <a:lvl8pPr marL="3200560" indent="0">
              <a:buNone/>
              <a:defRPr sz="1600" b="1"/>
            </a:lvl8pPr>
            <a:lvl9pPr marL="3657783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23" indent="0">
              <a:buNone/>
              <a:defRPr sz="2000" b="1"/>
            </a:lvl2pPr>
            <a:lvl3pPr marL="914446" indent="0">
              <a:buNone/>
              <a:defRPr sz="1800" b="1"/>
            </a:lvl3pPr>
            <a:lvl4pPr marL="1371669" indent="0">
              <a:buNone/>
              <a:defRPr sz="1600" b="1"/>
            </a:lvl4pPr>
            <a:lvl5pPr marL="1828891" indent="0">
              <a:buNone/>
              <a:defRPr sz="1600" b="1"/>
            </a:lvl5pPr>
            <a:lvl6pPr marL="2286114" indent="0">
              <a:buNone/>
              <a:defRPr sz="1600" b="1"/>
            </a:lvl6pPr>
            <a:lvl7pPr marL="2743337" indent="0">
              <a:buNone/>
              <a:defRPr sz="1600" b="1"/>
            </a:lvl7pPr>
            <a:lvl8pPr marL="3200560" indent="0">
              <a:buNone/>
              <a:defRPr sz="1600" b="1"/>
            </a:lvl8pPr>
            <a:lvl9pPr marL="3657783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7" name="Marcador de fecha 3">
            <a:extLst>
              <a:ext uri="{FF2B5EF4-FFF2-40B4-BE49-F238E27FC236}">
                <a16:creationId xmlns:a16="http://schemas.microsoft.com/office/drawing/2014/main" id="{792AE371-62BA-4DA3-A77C-8887B07CAA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23FDD2-07DC-4A30-AB4C-0F77122BCBCD}" type="datetimeFigureOut">
              <a:rPr lang="es-CL"/>
              <a:pPr>
                <a:defRPr/>
              </a:pPr>
              <a:t>05-03-26</a:t>
            </a:fld>
            <a:endParaRPr lang="es-CL"/>
          </a:p>
        </p:txBody>
      </p:sp>
      <p:sp>
        <p:nvSpPr>
          <p:cNvPr id="8" name="Marcador de pie de página 4">
            <a:extLst>
              <a:ext uri="{FF2B5EF4-FFF2-40B4-BE49-F238E27FC236}">
                <a16:creationId xmlns:a16="http://schemas.microsoft.com/office/drawing/2014/main" id="{A7ACD171-8CB6-4632-86F8-A8FBA5252D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CL"/>
          </a:p>
        </p:txBody>
      </p:sp>
      <p:sp>
        <p:nvSpPr>
          <p:cNvPr id="9" name="Marcador de número de diapositiva 5">
            <a:extLst>
              <a:ext uri="{FF2B5EF4-FFF2-40B4-BE49-F238E27FC236}">
                <a16:creationId xmlns:a16="http://schemas.microsoft.com/office/drawing/2014/main" id="{EB5B198F-04E2-4F87-9F64-DC81E45622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6744542-75D1-487F-AF92-350753A0071D}" type="slidenum">
              <a:rPr lang="es-CL"/>
              <a:pPr>
                <a:defRPr/>
              </a:pPr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800131663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fecha 3">
            <a:extLst>
              <a:ext uri="{FF2B5EF4-FFF2-40B4-BE49-F238E27FC236}">
                <a16:creationId xmlns:a16="http://schemas.microsoft.com/office/drawing/2014/main" id="{83984551-F657-433F-A6DF-90E7790603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346CAE4-6F54-4A0C-A788-1A441CD78C37}" type="datetimeFigureOut">
              <a:rPr lang="es-CL"/>
              <a:pPr>
                <a:defRPr/>
              </a:pPr>
              <a:t>05-03-26</a:t>
            </a:fld>
            <a:endParaRPr lang="es-CL"/>
          </a:p>
        </p:txBody>
      </p:sp>
      <p:sp>
        <p:nvSpPr>
          <p:cNvPr id="4" name="Marcador de pie de página 4">
            <a:extLst>
              <a:ext uri="{FF2B5EF4-FFF2-40B4-BE49-F238E27FC236}">
                <a16:creationId xmlns:a16="http://schemas.microsoft.com/office/drawing/2014/main" id="{5C7BE33F-1E0D-46DB-8344-CF9472E80C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CL"/>
          </a:p>
        </p:txBody>
      </p:sp>
      <p:sp>
        <p:nvSpPr>
          <p:cNvPr id="5" name="Marcador de número de diapositiva 5">
            <a:extLst>
              <a:ext uri="{FF2B5EF4-FFF2-40B4-BE49-F238E27FC236}">
                <a16:creationId xmlns:a16="http://schemas.microsoft.com/office/drawing/2014/main" id="{E657B13F-766F-4AB0-AEDF-9BB7191CF3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3CCC340-7FDC-4740-B701-9DE972058BD0}" type="slidenum">
              <a:rPr lang="es-CL"/>
              <a:pPr>
                <a:defRPr/>
              </a:pPr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570868122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3">
            <a:extLst>
              <a:ext uri="{FF2B5EF4-FFF2-40B4-BE49-F238E27FC236}">
                <a16:creationId xmlns:a16="http://schemas.microsoft.com/office/drawing/2014/main" id="{ED8F4BF7-977B-4B59-AD8D-8C40CB5989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9CD284-674C-40DE-8FAD-3C27EF7458CA}" type="datetimeFigureOut">
              <a:rPr lang="es-CL"/>
              <a:pPr>
                <a:defRPr/>
              </a:pPr>
              <a:t>05-03-26</a:t>
            </a:fld>
            <a:endParaRPr lang="es-CL"/>
          </a:p>
        </p:txBody>
      </p:sp>
      <p:sp>
        <p:nvSpPr>
          <p:cNvPr id="3" name="Marcador de pie de página 4">
            <a:extLst>
              <a:ext uri="{FF2B5EF4-FFF2-40B4-BE49-F238E27FC236}">
                <a16:creationId xmlns:a16="http://schemas.microsoft.com/office/drawing/2014/main" id="{0DDEFB29-C799-4810-BAB4-AA906DD101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CL"/>
          </a:p>
        </p:txBody>
      </p:sp>
      <p:sp>
        <p:nvSpPr>
          <p:cNvPr id="4" name="Marcador de número de diapositiva 5">
            <a:extLst>
              <a:ext uri="{FF2B5EF4-FFF2-40B4-BE49-F238E27FC236}">
                <a16:creationId xmlns:a16="http://schemas.microsoft.com/office/drawing/2014/main" id="{0271E0DB-6BAA-4148-BA5D-29EFFDD344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885ADFF-E892-401D-84D3-923DEC63F085}" type="slidenum">
              <a:rPr lang="es-CL"/>
              <a:pPr>
                <a:defRPr/>
              </a:pPr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696299438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9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9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23" indent="0">
              <a:buNone/>
              <a:defRPr sz="1400"/>
            </a:lvl2pPr>
            <a:lvl3pPr marL="914446" indent="0">
              <a:buNone/>
              <a:defRPr sz="1200"/>
            </a:lvl3pPr>
            <a:lvl4pPr marL="1371669" indent="0">
              <a:buNone/>
              <a:defRPr sz="1000"/>
            </a:lvl4pPr>
            <a:lvl5pPr marL="1828891" indent="0">
              <a:buNone/>
              <a:defRPr sz="1000"/>
            </a:lvl5pPr>
            <a:lvl6pPr marL="2286114" indent="0">
              <a:buNone/>
              <a:defRPr sz="1000"/>
            </a:lvl6pPr>
            <a:lvl7pPr marL="2743337" indent="0">
              <a:buNone/>
              <a:defRPr sz="1000"/>
            </a:lvl7pPr>
            <a:lvl8pPr marL="3200560" indent="0">
              <a:buNone/>
              <a:defRPr sz="1000"/>
            </a:lvl8pPr>
            <a:lvl9pPr marL="3657783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3">
            <a:extLst>
              <a:ext uri="{FF2B5EF4-FFF2-40B4-BE49-F238E27FC236}">
                <a16:creationId xmlns:a16="http://schemas.microsoft.com/office/drawing/2014/main" id="{59146E78-F668-4956-A61E-21A1EF08A6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7BD157E-01AF-416B-87D6-95A8F96EF25F}" type="datetimeFigureOut">
              <a:rPr lang="es-CL"/>
              <a:pPr>
                <a:defRPr/>
              </a:pPr>
              <a:t>05-03-26</a:t>
            </a:fld>
            <a:endParaRPr lang="es-CL"/>
          </a:p>
        </p:txBody>
      </p:sp>
      <p:sp>
        <p:nvSpPr>
          <p:cNvPr id="6" name="Marcador de pie de página 4">
            <a:extLst>
              <a:ext uri="{FF2B5EF4-FFF2-40B4-BE49-F238E27FC236}">
                <a16:creationId xmlns:a16="http://schemas.microsoft.com/office/drawing/2014/main" id="{E24FFFF8-8342-4DFA-B39B-38B5DE9B1B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CL"/>
          </a:p>
        </p:txBody>
      </p:sp>
      <p:sp>
        <p:nvSpPr>
          <p:cNvPr id="7" name="Marcador de número de diapositiva 5">
            <a:extLst>
              <a:ext uri="{FF2B5EF4-FFF2-40B4-BE49-F238E27FC236}">
                <a16:creationId xmlns:a16="http://schemas.microsoft.com/office/drawing/2014/main" id="{9EE11830-ECE4-4231-8B92-23C30563F7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CC0769E-CAC9-4684-A2B8-E5314FA23262}" type="slidenum">
              <a:rPr lang="es-CL"/>
              <a:pPr>
                <a:defRPr/>
              </a:pPr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302394272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9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6"/>
            <a:ext cx="6172200" cy="4873625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23" indent="0">
              <a:buNone/>
              <a:defRPr sz="2800"/>
            </a:lvl2pPr>
            <a:lvl3pPr marL="914446" indent="0">
              <a:buNone/>
              <a:defRPr sz="2400"/>
            </a:lvl3pPr>
            <a:lvl4pPr marL="1371669" indent="0">
              <a:buNone/>
              <a:defRPr sz="2000"/>
            </a:lvl4pPr>
            <a:lvl5pPr marL="1828891" indent="0">
              <a:buNone/>
              <a:defRPr sz="2000"/>
            </a:lvl5pPr>
            <a:lvl6pPr marL="2286114" indent="0">
              <a:buNone/>
              <a:defRPr sz="2000"/>
            </a:lvl6pPr>
            <a:lvl7pPr marL="2743337" indent="0">
              <a:buNone/>
              <a:defRPr sz="2000"/>
            </a:lvl7pPr>
            <a:lvl8pPr marL="3200560" indent="0">
              <a:buNone/>
              <a:defRPr sz="2000"/>
            </a:lvl8pPr>
            <a:lvl9pPr marL="3657783" indent="0">
              <a:buNone/>
              <a:defRPr sz="2000"/>
            </a:lvl9pPr>
          </a:lstStyle>
          <a:p>
            <a:pPr lvl="0"/>
            <a:endParaRPr lang="es-CL" noProof="0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9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23" indent="0">
              <a:buNone/>
              <a:defRPr sz="1400"/>
            </a:lvl2pPr>
            <a:lvl3pPr marL="914446" indent="0">
              <a:buNone/>
              <a:defRPr sz="1200"/>
            </a:lvl3pPr>
            <a:lvl4pPr marL="1371669" indent="0">
              <a:buNone/>
              <a:defRPr sz="1000"/>
            </a:lvl4pPr>
            <a:lvl5pPr marL="1828891" indent="0">
              <a:buNone/>
              <a:defRPr sz="1000"/>
            </a:lvl5pPr>
            <a:lvl6pPr marL="2286114" indent="0">
              <a:buNone/>
              <a:defRPr sz="1000"/>
            </a:lvl6pPr>
            <a:lvl7pPr marL="2743337" indent="0">
              <a:buNone/>
              <a:defRPr sz="1000"/>
            </a:lvl7pPr>
            <a:lvl8pPr marL="3200560" indent="0">
              <a:buNone/>
              <a:defRPr sz="1000"/>
            </a:lvl8pPr>
            <a:lvl9pPr marL="3657783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3">
            <a:extLst>
              <a:ext uri="{FF2B5EF4-FFF2-40B4-BE49-F238E27FC236}">
                <a16:creationId xmlns:a16="http://schemas.microsoft.com/office/drawing/2014/main" id="{CF39CC1A-E1D0-4624-9E76-CCCD0CEA56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E94EEB1-AA4F-4E4A-8566-4D3EA212E2F3}" type="datetimeFigureOut">
              <a:rPr lang="es-CL"/>
              <a:pPr>
                <a:defRPr/>
              </a:pPr>
              <a:t>05-03-26</a:t>
            </a:fld>
            <a:endParaRPr lang="es-CL"/>
          </a:p>
        </p:txBody>
      </p:sp>
      <p:sp>
        <p:nvSpPr>
          <p:cNvPr id="6" name="Marcador de pie de página 4">
            <a:extLst>
              <a:ext uri="{FF2B5EF4-FFF2-40B4-BE49-F238E27FC236}">
                <a16:creationId xmlns:a16="http://schemas.microsoft.com/office/drawing/2014/main" id="{C5F99135-5B9F-47D9-9C8F-3C46B5B980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CL"/>
          </a:p>
        </p:txBody>
      </p:sp>
      <p:sp>
        <p:nvSpPr>
          <p:cNvPr id="7" name="Marcador de número de diapositiva 5">
            <a:extLst>
              <a:ext uri="{FF2B5EF4-FFF2-40B4-BE49-F238E27FC236}">
                <a16:creationId xmlns:a16="http://schemas.microsoft.com/office/drawing/2014/main" id="{F3B775A1-9463-4A44-A58A-3318ECAD16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A321F44-5F2C-4BD1-B2E7-63B1FA21DCDA}" type="slidenum">
              <a:rPr lang="es-CL"/>
              <a:pPr>
                <a:defRPr/>
              </a:pPr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95701232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CA71A4A-E1E6-4E1E-984F-69BC2B1CD2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FF2D172-B1CC-4840-B126-02985D54F9AA}" type="datetimeFigureOut">
              <a:rPr lang="es-CL"/>
              <a:pPr>
                <a:defRPr/>
              </a:pPr>
              <a:t>05-03-26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05A3092-48B2-4D55-9882-6DFECE6EA4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85B11AA-018D-446B-9E15-13547FE9B1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647DD90-6B9D-4CBB-BA51-11214D03D41F}" type="slidenum">
              <a:rPr lang="es-CL"/>
              <a:pPr>
                <a:defRPr/>
              </a:pPr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963267628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6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6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2E1402A-496D-4932-BF64-CEAA0B5A1D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6BB32A0-921C-4347-A3AB-BE2181944487}" type="datetimeFigureOut">
              <a:rPr lang="es-CL"/>
              <a:pPr>
                <a:defRPr/>
              </a:pPr>
              <a:t>05-03-26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360A46B-068F-488C-B114-1A2EFE0D16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F3FD025-37FF-4A06-944F-103E97974F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AD62DBD-884E-468E-A0F5-4516EFE0D605}" type="slidenum">
              <a:rPr lang="es-CL"/>
              <a:pPr>
                <a:defRPr/>
              </a:pPr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127535389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391A26-9F4C-4DC3-A25B-A1E5500FAF5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5326" y="3020291"/>
            <a:ext cx="6970857" cy="1838036"/>
          </a:xfrm>
        </p:spPr>
        <p:txBody>
          <a:bodyPr anchor="b">
            <a:noAutofit/>
          </a:bodyPr>
          <a:lstStyle>
            <a:lvl1pPr algn="l">
              <a:defRPr sz="4000"/>
            </a:lvl1pPr>
          </a:lstStyle>
          <a:p>
            <a:br>
              <a:rPr lang="en-US" dirty="0"/>
            </a:br>
            <a:br>
              <a:rPr lang="en-US" dirty="0"/>
            </a:br>
            <a:r>
              <a:rPr lang="en-US" dirty="0"/>
              <a:t>CLICK TO EDIT MASTER TITLE STYLE</a:t>
            </a:r>
            <a:br>
              <a:rPr lang="en-US" dirty="0"/>
            </a:br>
            <a:endParaRPr lang="es-419" dirty="0"/>
          </a:p>
        </p:txBody>
      </p:sp>
    </p:spTree>
    <p:extLst>
      <p:ext uri="{BB962C8B-B14F-4D97-AF65-F5344CB8AC3E}">
        <p14:creationId xmlns:p14="http://schemas.microsoft.com/office/powerpoint/2010/main" val="31495245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522F41DE-4613-1D46-AB4C-F3D655E23139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marR="0" lvl="0" indent="0" algn="ctr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cxnSp>
        <p:nvCxnSpPr>
          <p:cNvPr id="6" name="Conector recto 5">
            <a:extLst>
              <a:ext uri="{FF2B5EF4-FFF2-40B4-BE49-F238E27FC236}">
                <a16:creationId xmlns:a16="http://schemas.microsoft.com/office/drawing/2014/main" id="{07E5D726-1C4E-424D-945D-258640F9DF9E}"/>
              </a:ext>
            </a:extLst>
          </p:cNvPr>
          <p:cNvCxnSpPr>
            <a:cxnSpLocks/>
          </p:cNvCxnSpPr>
          <p:nvPr userDrawn="1"/>
        </p:nvCxnSpPr>
        <p:spPr>
          <a:xfrm>
            <a:off x="0" y="5727700"/>
            <a:ext cx="12192000" cy="0"/>
          </a:xfrm>
          <a:prstGeom prst="line">
            <a:avLst/>
          </a:prstGeom>
          <a:ln>
            <a:solidFill>
              <a:schemeClr val="bg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" name="Grupo 18">
            <a:extLst>
              <a:ext uri="{FF2B5EF4-FFF2-40B4-BE49-F238E27FC236}">
                <a16:creationId xmlns:a16="http://schemas.microsoft.com/office/drawing/2014/main" id="{353360BE-8B14-4A45-B4A0-0E7BAFAE2A91}"/>
              </a:ext>
            </a:extLst>
          </p:cNvPr>
          <p:cNvGrpSpPr/>
          <p:nvPr userDrawn="1"/>
        </p:nvGrpSpPr>
        <p:grpSpPr>
          <a:xfrm>
            <a:off x="8892118" y="6095700"/>
            <a:ext cx="2600752" cy="314713"/>
            <a:chOff x="8892118" y="6095699"/>
            <a:chExt cx="2600752" cy="314713"/>
          </a:xfrm>
        </p:grpSpPr>
        <p:pic>
          <p:nvPicPr>
            <p:cNvPr id="20" name="Imagen 19">
              <a:extLst>
                <a:ext uri="{FF2B5EF4-FFF2-40B4-BE49-F238E27FC236}">
                  <a16:creationId xmlns:a16="http://schemas.microsoft.com/office/drawing/2014/main" id="{3E271185-3188-204B-89CB-14FC813FC60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919529" y="6095699"/>
              <a:ext cx="573341" cy="312513"/>
            </a:xfrm>
            <a:prstGeom prst="rect">
              <a:avLst/>
            </a:prstGeom>
          </p:spPr>
        </p:pic>
        <p:pic>
          <p:nvPicPr>
            <p:cNvPr id="21" name="Imagen 20">
              <a:extLst>
                <a:ext uri="{FF2B5EF4-FFF2-40B4-BE49-F238E27FC236}">
                  <a16:creationId xmlns:a16="http://schemas.microsoft.com/office/drawing/2014/main" id="{1B1FFA2C-AFDD-C74F-8467-85EBBCFE8A8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9939509" y="6096027"/>
              <a:ext cx="766958" cy="290200"/>
            </a:xfrm>
            <a:prstGeom prst="rect">
              <a:avLst/>
            </a:prstGeom>
          </p:spPr>
        </p:pic>
        <p:pic>
          <p:nvPicPr>
            <p:cNvPr id="22" name="Imagen 21">
              <a:extLst>
                <a:ext uri="{FF2B5EF4-FFF2-40B4-BE49-F238E27FC236}">
                  <a16:creationId xmlns:a16="http://schemas.microsoft.com/office/drawing/2014/main" id="{5410CF46-583D-7149-9EFE-37F29ACCA91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screen">
              <a:grayscl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8892118" y="6096028"/>
              <a:ext cx="834328" cy="314384"/>
            </a:xfrm>
            <a:prstGeom prst="rect">
              <a:avLst/>
            </a:prstGeom>
          </p:spPr>
        </p:pic>
      </p:grp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91607D1-BF8D-4A64-B694-393E69DE515B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95325" y="1376364"/>
            <a:ext cx="10797545" cy="4351337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419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35915991-4596-4BBF-9FBD-76BFDAAE74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505812544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rma libre 4">
            <a:extLst>
              <a:ext uri="{FF2B5EF4-FFF2-40B4-BE49-F238E27FC236}">
                <a16:creationId xmlns:a16="http://schemas.microsoft.com/office/drawing/2014/main" id="{C98E42BF-3F2D-CF4B-A553-B4DC0D97CEED}"/>
              </a:ext>
            </a:extLst>
          </p:cNvPr>
          <p:cNvSpPr/>
          <p:nvPr userDrawn="1"/>
        </p:nvSpPr>
        <p:spPr>
          <a:xfrm rot="1800000" flipH="1">
            <a:off x="412707" y="4219537"/>
            <a:ext cx="2258900" cy="3096061"/>
          </a:xfrm>
          <a:custGeom>
            <a:avLst/>
            <a:gdLst>
              <a:gd name="connsiteX0" fmla="*/ 2721105 w 2721105"/>
              <a:gd name="connsiteY0" fmla="*/ 0 h 3729563"/>
              <a:gd name="connsiteX1" fmla="*/ 628759 w 2721105"/>
              <a:gd name="connsiteY1" fmla="*/ 1208016 h 3729563"/>
              <a:gd name="connsiteX2" fmla="*/ 16750 w 2721105"/>
              <a:gd name="connsiteY2" fmla="*/ 2005601 h 3729563"/>
              <a:gd name="connsiteX3" fmla="*/ 0 w 2721105"/>
              <a:gd name="connsiteY3" fmla="*/ 2082643 h 3729563"/>
              <a:gd name="connsiteX4" fmla="*/ 0 w 2721105"/>
              <a:gd name="connsiteY4" fmla="*/ 2416031 h 3729563"/>
              <a:gd name="connsiteX5" fmla="*/ 59053 w 2721105"/>
              <a:gd name="connsiteY5" fmla="*/ 2806635 h 3729563"/>
              <a:gd name="connsiteX6" fmla="*/ 87305 w 2721105"/>
              <a:gd name="connsiteY6" fmla="*/ 2883826 h 3729563"/>
              <a:gd name="connsiteX7" fmla="*/ 147973 w 2721105"/>
              <a:gd name="connsiteY7" fmla="*/ 3002334 h 3729563"/>
              <a:gd name="connsiteX8" fmla="*/ 194993 w 2721105"/>
              <a:gd name="connsiteY8" fmla="*/ 3083775 h 3729563"/>
              <a:gd name="connsiteX9" fmla="*/ 540031 w 2721105"/>
              <a:gd name="connsiteY9" fmla="*/ 3474951 h 3729563"/>
              <a:gd name="connsiteX10" fmla="*/ 628196 w 2721105"/>
              <a:gd name="connsiteY10" fmla="*/ 3535044 h 3729563"/>
              <a:gd name="connsiteX11" fmla="*/ 666675 w 2721105"/>
              <a:gd name="connsiteY11" fmla="*/ 3558420 h 3729563"/>
              <a:gd name="connsiteX12" fmla="*/ 706086 w 2721105"/>
              <a:gd name="connsiteY12" fmla="*/ 3580016 h 3729563"/>
              <a:gd name="connsiteX13" fmla="*/ 802245 w 2721105"/>
              <a:gd name="connsiteY13" fmla="*/ 3626339 h 3729563"/>
              <a:gd name="connsiteX14" fmla="*/ 1313532 w 2721105"/>
              <a:gd name="connsiteY14" fmla="*/ 3729563 h 3729563"/>
              <a:gd name="connsiteX15" fmla="*/ 1407572 w 2721105"/>
              <a:gd name="connsiteY15" fmla="*/ 3729563 h 3729563"/>
              <a:gd name="connsiteX16" fmla="*/ 1540550 w 2721105"/>
              <a:gd name="connsiteY16" fmla="*/ 3722848 h 3729563"/>
              <a:gd name="connsiteX17" fmla="*/ 1621512 w 2721105"/>
              <a:gd name="connsiteY17" fmla="*/ 3708721 h 3729563"/>
              <a:gd name="connsiteX18" fmla="*/ 1989311 w 2721105"/>
              <a:gd name="connsiteY18" fmla="*/ 3564562 h 3729563"/>
              <a:gd name="connsiteX19" fmla="*/ 2278031 w 2721105"/>
              <a:gd name="connsiteY19" fmla="*/ 3397869 h 3729563"/>
              <a:gd name="connsiteX20" fmla="*/ 2336380 w 2721105"/>
              <a:gd name="connsiteY20" fmla="*/ 3344839 h 3729563"/>
              <a:gd name="connsiteX21" fmla="*/ 2721104 w 2721105"/>
              <a:gd name="connsiteY21" fmla="*/ 2416031 h 3729563"/>
              <a:gd name="connsiteX22" fmla="*/ 2721105 w 2721105"/>
              <a:gd name="connsiteY22" fmla="*/ 0 h 37295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2721105" h="3729563">
                <a:moveTo>
                  <a:pt x="2721105" y="0"/>
                </a:moveTo>
                <a:lnTo>
                  <a:pt x="628759" y="1208016"/>
                </a:lnTo>
                <a:cubicBezTo>
                  <a:pt x="314632" y="1389377"/>
                  <a:pt x="103755" y="1680893"/>
                  <a:pt x="16750" y="2005601"/>
                </a:cubicBezTo>
                <a:lnTo>
                  <a:pt x="0" y="2082643"/>
                </a:lnTo>
                <a:lnTo>
                  <a:pt x="0" y="2416031"/>
                </a:lnTo>
                <a:cubicBezTo>
                  <a:pt x="0" y="2552052"/>
                  <a:pt x="20675" y="2683243"/>
                  <a:pt x="59053" y="2806635"/>
                </a:cubicBezTo>
                <a:lnTo>
                  <a:pt x="87305" y="2883826"/>
                </a:lnTo>
                <a:lnTo>
                  <a:pt x="147973" y="3002334"/>
                </a:lnTo>
                <a:lnTo>
                  <a:pt x="194993" y="3083775"/>
                </a:lnTo>
                <a:cubicBezTo>
                  <a:pt x="285674" y="3240839"/>
                  <a:pt x="403893" y="3372090"/>
                  <a:pt x="540031" y="3474951"/>
                </a:cubicBezTo>
                <a:lnTo>
                  <a:pt x="628196" y="3535044"/>
                </a:lnTo>
                <a:lnTo>
                  <a:pt x="666675" y="3558420"/>
                </a:lnTo>
                <a:lnTo>
                  <a:pt x="706086" y="3580016"/>
                </a:lnTo>
                <a:lnTo>
                  <a:pt x="802245" y="3626339"/>
                </a:lnTo>
                <a:cubicBezTo>
                  <a:pt x="959394" y="3692807"/>
                  <a:pt x="1132171" y="3729563"/>
                  <a:pt x="1313532" y="3729563"/>
                </a:cubicBezTo>
                <a:lnTo>
                  <a:pt x="1407572" y="3729563"/>
                </a:lnTo>
                <a:lnTo>
                  <a:pt x="1540550" y="3722848"/>
                </a:lnTo>
                <a:lnTo>
                  <a:pt x="1621512" y="3708721"/>
                </a:lnTo>
                <a:cubicBezTo>
                  <a:pt x="1747561" y="3680263"/>
                  <a:pt x="1871514" y="3632572"/>
                  <a:pt x="1989311" y="3564562"/>
                </a:cubicBezTo>
                <a:lnTo>
                  <a:pt x="2278031" y="3397869"/>
                </a:lnTo>
                <a:lnTo>
                  <a:pt x="2336380" y="3344839"/>
                </a:lnTo>
                <a:cubicBezTo>
                  <a:pt x="2574082" y="3107136"/>
                  <a:pt x="2721104" y="2778753"/>
                  <a:pt x="2721104" y="2416031"/>
                </a:cubicBezTo>
                <a:lnTo>
                  <a:pt x="2721105" y="0"/>
                </a:lnTo>
                <a:close/>
              </a:path>
            </a:pathLst>
          </a:custGeom>
          <a:solidFill>
            <a:schemeClr val="bg2">
              <a:lumMod val="90000"/>
              <a:alpha val="14902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marR="0" lvl="0" indent="0" algn="ctr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9" name="Forma libre 8">
            <a:extLst>
              <a:ext uri="{FF2B5EF4-FFF2-40B4-BE49-F238E27FC236}">
                <a16:creationId xmlns:a16="http://schemas.microsoft.com/office/drawing/2014/main" id="{0EE34449-DE7D-BE48-AFB8-610F1FD5F355}"/>
              </a:ext>
            </a:extLst>
          </p:cNvPr>
          <p:cNvSpPr/>
          <p:nvPr userDrawn="1"/>
        </p:nvSpPr>
        <p:spPr>
          <a:xfrm rot="1800000" flipH="1">
            <a:off x="2207540" y="-1111697"/>
            <a:ext cx="2258900" cy="7541042"/>
          </a:xfrm>
          <a:custGeom>
            <a:avLst/>
            <a:gdLst>
              <a:gd name="connsiteX0" fmla="*/ 2033680 w 2721105"/>
              <a:gd name="connsiteY0" fmla="*/ 158536 h 9084056"/>
              <a:gd name="connsiteX1" fmla="*/ 1407573 w 2721105"/>
              <a:gd name="connsiteY1" fmla="*/ 0 h 9084056"/>
              <a:gd name="connsiteX2" fmla="*/ 1313533 w 2721105"/>
              <a:gd name="connsiteY2" fmla="*/ 0 h 9084056"/>
              <a:gd name="connsiteX3" fmla="*/ 0 w 2721105"/>
              <a:gd name="connsiteY3" fmla="*/ 1313531 h 9084056"/>
              <a:gd name="connsiteX4" fmla="*/ 0 w 2721105"/>
              <a:gd name="connsiteY4" fmla="*/ 9084056 h 9084056"/>
              <a:gd name="connsiteX5" fmla="*/ 16750 w 2721105"/>
              <a:gd name="connsiteY5" fmla="*/ 9007014 h 9084056"/>
              <a:gd name="connsiteX6" fmla="*/ 628759 w 2721105"/>
              <a:gd name="connsiteY6" fmla="*/ 8209429 h 9084056"/>
              <a:gd name="connsiteX7" fmla="*/ 2721105 w 2721105"/>
              <a:gd name="connsiteY7" fmla="*/ 7001413 h 9084056"/>
              <a:gd name="connsiteX8" fmla="*/ 2721105 w 2721105"/>
              <a:gd name="connsiteY8" fmla="*/ 1313532 h 9084056"/>
              <a:gd name="connsiteX9" fmla="*/ 2033680 w 2721105"/>
              <a:gd name="connsiteY9" fmla="*/ 158536 h 90840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721105" h="9084056">
                <a:moveTo>
                  <a:pt x="2033680" y="158536"/>
                </a:moveTo>
                <a:cubicBezTo>
                  <a:pt x="1847562" y="57431"/>
                  <a:pt x="1634274" y="0"/>
                  <a:pt x="1407573" y="0"/>
                </a:cubicBezTo>
                <a:lnTo>
                  <a:pt x="1313533" y="0"/>
                </a:lnTo>
                <a:cubicBezTo>
                  <a:pt x="588088" y="0"/>
                  <a:pt x="0" y="588087"/>
                  <a:pt x="0" y="1313531"/>
                </a:cubicBezTo>
                <a:lnTo>
                  <a:pt x="0" y="9084056"/>
                </a:lnTo>
                <a:lnTo>
                  <a:pt x="16750" y="9007014"/>
                </a:lnTo>
                <a:cubicBezTo>
                  <a:pt x="103755" y="8682306"/>
                  <a:pt x="314632" y="8390790"/>
                  <a:pt x="628759" y="8209429"/>
                </a:cubicBezTo>
                <a:lnTo>
                  <a:pt x="2721105" y="7001413"/>
                </a:lnTo>
                <a:lnTo>
                  <a:pt x="2721105" y="1313532"/>
                </a:lnTo>
                <a:cubicBezTo>
                  <a:pt x="2721104" y="814789"/>
                  <a:pt x="2443141" y="380969"/>
                  <a:pt x="2033680" y="158536"/>
                </a:cubicBezTo>
                <a:close/>
              </a:path>
            </a:pathLst>
          </a:custGeom>
          <a:solidFill>
            <a:schemeClr val="bg2">
              <a:lumMod val="90000"/>
              <a:alpha val="9804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marR="0" lvl="0" indent="0" algn="ctr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10" name="Forma libre 9">
            <a:extLst>
              <a:ext uri="{FF2B5EF4-FFF2-40B4-BE49-F238E27FC236}">
                <a16:creationId xmlns:a16="http://schemas.microsoft.com/office/drawing/2014/main" id="{40F2A5C2-4537-154A-B728-D8B47AAA8D6D}"/>
              </a:ext>
            </a:extLst>
          </p:cNvPr>
          <p:cNvSpPr/>
          <p:nvPr userDrawn="1"/>
        </p:nvSpPr>
        <p:spPr>
          <a:xfrm rot="1800000" flipH="1">
            <a:off x="-4142862" y="-14981"/>
            <a:ext cx="6131799" cy="5327848"/>
          </a:xfrm>
          <a:custGeom>
            <a:avLst/>
            <a:gdLst>
              <a:gd name="connsiteX0" fmla="*/ 6712890 w 7386459"/>
              <a:gd name="connsiteY0" fmla="*/ 194030 h 6418009"/>
              <a:gd name="connsiteX1" fmla="*/ 5368922 w 7386459"/>
              <a:gd name="connsiteY1" fmla="*/ 176200 h 6418009"/>
              <a:gd name="connsiteX2" fmla="*/ 443074 w 7386459"/>
              <a:gd name="connsiteY2" fmla="*/ 3020140 h 6418009"/>
              <a:gd name="connsiteX3" fmla="*/ 443073 w 7386459"/>
              <a:gd name="connsiteY3" fmla="*/ 5436171 h 6418009"/>
              <a:gd name="connsiteX4" fmla="*/ 58349 w 7386459"/>
              <a:gd name="connsiteY4" fmla="*/ 6364979 h 6418009"/>
              <a:gd name="connsiteX5" fmla="*/ 0 w 7386459"/>
              <a:gd name="connsiteY5" fmla="*/ 6418009 h 6418009"/>
              <a:gd name="connsiteX6" fmla="*/ 6729475 w 7386459"/>
              <a:gd name="connsiteY6" fmla="*/ 2532746 h 6418009"/>
              <a:gd name="connsiteX7" fmla="*/ 7210260 w 7386459"/>
              <a:gd name="connsiteY7" fmla="*/ 738427 h 6418009"/>
              <a:gd name="connsiteX8" fmla="*/ 7163240 w 7386459"/>
              <a:gd name="connsiteY8" fmla="*/ 656986 h 6418009"/>
              <a:gd name="connsiteX9" fmla="*/ 6712890 w 7386459"/>
              <a:gd name="connsiteY9" fmla="*/ 194030 h 64180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7386459" h="6418009">
                <a:moveTo>
                  <a:pt x="6712890" y="194030"/>
                </a:moveTo>
                <a:cubicBezTo>
                  <a:pt x="6315527" y="-49358"/>
                  <a:pt x="5800846" y="-73172"/>
                  <a:pt x="5368922" y="176200"/>
                </a:cubicBezTo>
                <a:lnTo>
                  <a:pt x="443074" y="3020140"/>
                </a:lnTo>
                <a:lnTo>
                  <a:pt x="443073" y="5436171"/>
                </a:lnTo>
                <a:cubicBezTo>
                  <a:pt x="443073" y="5798893"/>
                  <a:pt x="296051" y="6127276"/>
                  <a:pt x="58349" y="6364979"/>
                </a:cubicBezTo>
                <a:lnTo>
                  <a:pt x="0" y="6418009"/>
                </a:lnTo>
                <a:lnTo>
                  <a:pt x="6729475" y="2532746"/>
                </a:lnTo>
                <a:cubicBezTo>
                  <a:pt x="7357728" y="2170024"/>
                  <a:pt x="7572982" y="1366680"/>
                  <a:pt x="7210260" y="738427"/>
                </a:cubicBezTo>
                <a:lnTo>
                  <a:pt x="7163240" y="656986"/>
                </a:lnTo>
                <a:cubicBezTo>
                  <a:pt x="7049890" y="460657"/>
                  <a:pt x="6893510" y="304660"/>
                  <a:pt x="6712890" y="194030"/>
                </a:cubicBezTo>
                <a:close/>
              </a:path>
            </a:pathLst>
          </a:custGeom>
          <a:solidFill>
            <a:schemeClr val="bg2">
              <a:lumMod val="50000"/>
              <a:alpha val="5098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marR="0" lvl="0" indent="0" algn="ctr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cxnSp>
        <p:nvCxnSpPr>
          <p:cNvPr id="11" name="Conector recto 10">
            <a:extLst>
              <a:ext uri="{FF2B5EF4-FFF2-40B4-BE49-F238E27FC236}">
                <a16:creationId xmlns:a16="http://schemas.microsoft.com/office/drawing/2014/main" id="{890D2DF4-962C-1741-AE29-BF9145402145}"/>
              </a:ext>
            </a:extLst>
          </p:cNvPr>
          <p:cNvCxnSpPr/>
          <p:nvPr userDrawn="1"/>
        </p:nvCxnSpPr>
        <p:spPr>
          <a:xfrm>
            <a:off x="0" y="5727700"/>
            <a:ext cx="12293600" cy="0"/>
          </a:xfrm>
          <a:prstGeom prst="line">
            <a:avLst/>
          </a:prstGeom>
          <a:ln>
            <a:solidFill>
              <a:schemeClr val="tx1">
                <a:lumMod val="85000"/>
                <a:lumOff val="1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" name="Grupo 12">
            <a:extLst>
              <a:ext uri="{FF2B5EF4-FFF2-40B4-BE49-F238E27FC236}">
                <a16:creationId xmlns:a16="http://schemas.microsoft.com/office/drawing/2014/main" id="{507E711A-A6B6-BF44-A67C-D67987EADA58}"/>
              </a:ext>
            </a:extLst>
          </p:cNvPr>
          <p:cNvGrpSpPr/>
          <p:nvPr userDrawn="1"/>
        </p:nvGrpSpPr>
        <p:grpSpPr>
          <a:xfrm>
            <a:off x="8892117" y="6125442"/>
            <a:ext cx="2606836" cy="287969"/>
            <a:chOff x="8892117" y="6125441"/>
            <a:chExt cx="2606836" cy="287969"/>
          </a:xfrm>
        </p:grpSpPr>
        <p:pic>
          <p:nvPicPr>
            <p:cNvPr id="14" name="Imagen 13">
              <a:extLst>
                <a:ext uri="{FF2B5EF4-FFF2-40B4-BE49-F238E27FC236}">
                  <a16:creationId xmlns:a16="http://schemas.microsoft.com/office/drawing/2014/main" id="{25C05A20-E115-AE4F-8B99-962640C78C8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970643" y="6125442"/>
              <a:ext cx="528310" cy="287968"/>
            </a:xfrm>
            <a:prstGeom prst="rect">
              <a:avLst/>
            </a:prstGeom>
          </p:spPr>
        </p:pic>
        <p:pic>
          <p:nvPicPr>
            <p:cNvPr id="15" name="Imagen 14">
              <a:extLst>
                <a:ext uri="{FF2B5EF4-FFF2-40B4-BE49-F238E27FC236}">
                  <a16:creationId xmlns:a16="http://schemas.microsoft.com/office/drawing/2014/main" id="{3A849E00-90C2-F84B-B679-4FA114DCC8C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screen">
              <a:grayscl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9960892" y="6125441"/>
              <a:ext cx="761058" cy="287968"/>
            </a:xfrm>
            <a:prstGeom prst="rect">
              <a:avLst/>
            </a:prstGeom>
          </p:spPr>
        </p:pic>
        <p:pic>
          <p:nvPicPr>
            <p:cNvPr id="16" name="Imagen 15">
              <a:extLst>
                <a:ext uri="{FF2B5EF4-FFF2-40B4-BE49-F238E27FC236}">
                  <a16:creationId xmlns:a16="http://schemas.microsoft.com/office/drawing/2014/main" id="{2A0ACEE1-2229-8548-A06E-21B622399CC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screen">
              <a:grayscl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8892117" y="6125442"/>
              <a:ext cx="764222" cy="287968"/>
            </a:xfrm>
            <a:prstGeom prst="rect">
              <a:avLst/>
            </a:prstGeom>
          </p:spPr>
        </p:pic>
      </p:grp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2358C794-C857-49B4-A81F-3A1C94E1E60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95325" y="1567008"/>
            <a:ext cx="10515600" cy="416068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s-419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1EA9C3A-FA33-4627-B145-8A09852A64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CL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DF73417-CE81-4F1D-8D67-34ED48C566F0}"/>
              </a:ext>
            </a:extLst>
          </p:cNvPr>
          <p:cNvSpPr/>
          <p:nvPr userDrawn="1"/>
        </p:nvSpPr>
        <p:spPr>
          <a:xfrm>
            <a:off x="5953125" y="6119586"/>
            <a:ext cx="48282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EAA003F-DB6E-4FA4-8064-8453AABEED92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pPr marL="0" marR="0" lvl="0" indent="0" algn="l" defTabSz="91444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s-CL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78337700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3364E439-E397-6544-B4E1-30C23EBD2B9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marR="0" lvl="0" indent="0" algn="ctr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cxnSp>
        <p:nvCxnSpPr>
          <p:cNvPr id="6" name="Conector recto 5">
            <a:extLst>
              <a:ext uri="{FF2B5EF4-FFF2-40B4-BE49-F238E27FC236}">
                <a16:creationId xmlns:a16="http://schemas.microsoft.com/office/drawing/2014/main" id="{07E5D726-1C4E-424D-945D-258640F9DF9E}"/>
              </a:ext>
            </a:extLst>
          </p:cNvPr>
          <p:cNvCxnSpPr>
            <a:cxnSpLocks/>
          </p:cNvCxnSpPr>
          <p:nvPr userDrawn="1"/>
        </p:nvCxnSpPr>
        <p:spPr>
          <a:xfrm>
            <a:off x="0" y="5727700"/>
            <a:ext cx="12192000" cy="0"/>
          </a:xfrm>
          <a:prstGeom prst="line">
            <a:avLst/>
          </a:prstGeom>
          <a:ln>
            <a:solidFill>
              <a:schemeClr val="tx1">
                <a:lumMod val="85000"/>
                <a:lumOff val="1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" name="Grupo 8">
            <a:extLst>
              <a:ext uri="{FF2B5EF4-FFF2-40B4-BE49-F238E27FC236}">
                <a16:creationId xmlns:a16="http://schemas.microsoft.com/office/drawing/2014/main" id="{6FE79604-CA1A-614E-9080-C805903558F6}"/>
              </a:ext>
            </a:extLst>
          </p:cNvPr>
          <p:cNvGrpSpPr/>
          <p:nvPr userDrawn="1"/>
        </p:nvGrpSpPr>
        <p:grpSpPr>
          <a:xfrm>
            <a:off x="8892118" y="6125442"/>
            <a:ext cx="2604558" cy="287969"/>
            <a:chOff x="8892117" y="6125441"/>
            <a:chExt cx="2604558" cy="287969"/>
          </a:xfrm>
        </p:grpSpPr>
        <p:pic>
          <p:nvPicPr>
            <p:cNvPr id="10" name="Imagen 9">
              <a:extLst>
                <a:ext uri="{FF2B5EF4-FFF2-40B4-BE49-F238E27FC236}">
                  <a16:creationId xmlns:a16="http://schemas.microsoft.com/office/drawing/2014/main" id="{CF39B558-882E-4744-A3F7-A2743E65DC6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968364" y="6125441"/>
              <a:ext cx="528311" cy="287968"/>
            </a:xfrm>
            <a:prstGeom prst="rect">
              <a:avLst/>
            </a:prstGeom>
          </p:spPr>
        </p:pic>
        <p:pic>
          <p:nvPicPr>
            <p:cNvPr id="11" name="Imagen 10">
              <a:extLst>
                <a:ext uri="{FF2B5EF4-FFF2-40B4-BE49-F238E27FC236}">
                  <a16:creationId xmlns:a16="http://schemas.microsoft.com/office/drawing/2014/main" id="{73CD43BD-A084-6047-B6AE-6F65E01F5F8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screen">
              <a:grayscl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9960892" y="6125441"/>
              <a:ext cx="761058" cy="287968"/>
            </a:xfrm>
            <a:prstGeom prst="rect">
              <a:avLst/>
            </a:prstGeom>
          </p:spPr>
        </p:pic>
        <p:pic>
          <p:nvPicPr>
            <p:cNvPr id="12" name="Imagen 11">
              <a:extLst>
                <a:ext uri="{FF2B5EF4-FFF2-40B4-BE49-F238E27FC236}">
                  <a16:creationId xmlns:a16="http://schemas.microsoft.com/office/drawing/2014/main" id="{7A5FE6F9-7E34-7F44-995E-F57136D0CCA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screen">
              <a:grayscl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8892117" y="6125442"/>
              <a:ext cx="764222" cy="287968"/>
            </a:xfrm>
            <a:prstGeom prst="rect">
              <a:avLst/>
            </a:prstGeom>
          </p:spPr>
        </p:pic>
      </p:grpSp>
      <p:sp>
        <p:nvSpPr>
          <p:cNvPr id="15" name="Title Placeholder 1">
            <a:extLst>
              <a:ext uri="{FF2B5EF4-FFF2-40B4-BE49-F238E27FC236}">
                <a16:creationId xmlns:a16="http://schemas.microsoft.com/office/drawing/2014/main" id="{0A622E62-4021-44DD-BB8E-CD3299CCEA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5" y="549276"/>
            <a:ext cx="10515600" cy="55193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s-419" dirty="0"/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0B12184F-618B-40FD-9E4C-C920934FFC2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95325" y="1567008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s-419" dirty="0"/>
          </a:p>
        </p:txBody>
      </p:sp>
    </p:spTree>
    <p:extLst>
      <p:ext uri="{BB962C8B-B14F-4D97-AF65-F5344CB8AC3E}">
        <p14:creationId xmlns:p14="http://schemas.microsoft.com/office/powerpoint/2010/main" val="1228188374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upo 13">
            <a:extLst>
              <a:ext uri="{FF2B5EF4-FFF2-40B4-BE49-F238E27FC236}">
                <a16:creationId xmlns:a16="http://schemas.microsoft.com/office/drawing/2014/main" id="{34A6A2F8-F706-2F4D-9EC6-7161F35B3816}"/>
              </a:ext>
            </a:extLst>
          </p:cNvPr>
          <p:cNvGrpSpPr/>
          <p:nvPr userDrawn="1"/>
        </p:nvGrpSpPr>
        <p:grpSpPr>
          <a:xfrm>
            <a:off x="8892117" y="6177054"/>
            <a:ext cx="2606836" cy="287969"/>
            <a:chOff x="8892117" y="6125441"/>
            <a:chExt cx="2606836" cy="287969"/>
          </a:xfrm>
        </p:grpSpPr>
        <p:pic>
          <p:nvPicPr>
            <p:cNvPr id="15" name="Imagen 14">
              <a:extLst>
                <a:ext uri="{FF2B5EF4-FFF2-40B4-BE49-F238E27FC236}">
                  <a16:creationId xmlns:a16="http://schemas.microsoft.com/office/drawing/2014/main" id="{0D910311-96FC-4D42-9F89-9DC63928495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970643" y="6125442"/>
              <a:ext cx="528310" cy="287968"/>
            </a:xfrm>
            <a:prstGeom prst="rect">
              <a:avLst/>
            </a:prstGeom>
          </p:spPr>
        </p:pic>
        <p:pic>
          <p:nvPicPr>
            <p:cNvPr id="16" name="Imagen 15">
              <a:extLst>
                <a:ext uri="{FF2B5EF4-FFF2-40B4-BE49-F238E27FC236}">
                  <a16:creationId xmlns:a16="http://schemas.microsoft.com/office/drawing/2014/main" id="{3BE3BF69-836B-2249-BBD3-B715FC91F5E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screen">
              <a:grayscl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9960892" y="6125441"/>
              <a:ext cx="761058" cy="287968"/>
            </a:xfrm>
            <a:prstGeom prst="rect">
              <a:avLst/>
            </a:prstGeom>
          </p:spPr>
        </p:pic>
        <p:pic>
          <p:nvPicPr>
            <p:cNvPr id="17" name="Imagen 16">
              <a:extLst>
                <a:ext uri="{FF2B5EF4-FFF2-40B4-BE49-F238E27FC236}">
                  <a16:creationId xmlns:a16="http://schemas.microsoft.com/office/drawing/2014/main" id="{BCB8EDA7-C91D-734A-A098-C74C2CE8CEA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screen">
              <a:grayscl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8892117" y="6125442"/>
              <a:ext cx="764222" cy="287968"/>
            </a:xfrm>
            <a:prstGeom prst="rect">
              <a:avLst/>
            </a:prstGeom>
          </p:spPr>
        </p:pic>
      </p:grpSp>
      <p:sp>
        <p:nvSpPr>
          <p:cNvPr id="11" name="Title Placeholder 1">
            <a:extLst>
              <a:ext uri="{FF2B5EF4-FFF2-40B4-BE49-F238E27FC236}">
                <a16:creationId xmlns:a16="http://schemas.microsoft.com/office/drawing/2014/main" id="{1325658D-C30C-4B17-B780-D8EE00AA75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5" y="549276"/>
            <a:ext cx="10515600" cy="55193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s-419" dirty="0"/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C7784ADC-5815-4B8E-B6FD-475B0075E3D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95325" y="1567008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s-419" dirty="0"/>
          </a:p>
        </p:txBody>
      </p:sp>
      <p:cxnSp>
        <p:nvCxnSpPr>
          <p:cNvPr id="21" name="Conector recto 5">
            <a:extLst>
              <a:ext uri="{FF2B5EF4-FFF2-40B4-BE49-F238E27FC236}">
                <a16:creationId xmlns:a16="http://schemas.microsoft.com/office/drawing/2014/main" id="{FEEE7DE6-9B0F-4A5F-871B-23F757649AA3}"/>
              </a:ext>
            </a:extLst>
          </p:cNvPr>
          <p:cNvCxnSpPr>
            <a:cxnSpLocks/>
          </p:cNvCxnSpPr>
          <p:nvPr userDrawn="1"/>
        </p:nvCxnSpPr>
        <p:spPr>
          <a:xfrm>
            <a:off x="0" y="5727700"/>
            <a:ext cx="12192000" cy="0"/>
          </a:xfrm>
          <a:prstGeom prst="line">
            <a:avLst/>
          </a:prstGeom>
          <a:ln>
            <a:solidFill>
              <a:schemeClr val="tx1">
                <a:lumMod val="85000"/>
                <a:lumOff val="1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Slide Number Placeholder 5">
            <a:extLst>
              <a:ext uri="{FF2B5EF4-FFF2-40B4-BE49-F238E27FC236}">
                <a16:creationId xmlns:a16="http://schemas.microsoft.com/office/drawing/2014/main" id="{BD4B4A6B-5E64-4C5D-9D5B-93A4F17271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911730" y="6186805"/>
            <a:ext cx="368543" cy="2438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0">
                <a:solidFill>
                  <a:schemeClr val="tx1"/>
                </a:solidFill>
                <a:latin typeface="+mn-lt"/>
              </a:defRPr>
            </a:lvl1pPr>
          </a:lstStyle>
          <a:p>
            <a:pPr defTabSz="914446" eaLnBrk="1" fontAlgn="auto" hangingPunct="1">
              <a:spcBef>
                <a:spcPts val="0"/>
              </a:spcBef>
              <a:spcAft>
                <a:spcPts val="0"/>
              </a:spcAft>
            </a:pPr>
            <a:fld id="{51ED9358-27BD-4757-8BC3-FCFAB6CB8B4F}" type="slidenum">
              <a:rPr lang="es-CL" smtClean="0">
                <a:solidFill>
                  <a:prstClr val="black"/>
                </a:solidFill>
                <a:cs typeface="+mn-cs"/>
              </a:rPr>
              <a:pPr defTabSz="914446" eaLnBrk="1" fontAlgn="auto" hangingPunct="1">
                <a:spcBef>
                  <a:spcPts val="0"/>
                </a:spcBef>
                <a:spcAft>
                  <a:spcPts val="0"/>
                </a:spcAft>
              </a:pPr>
              <a:t>‹Nº›</a:t>
            </a:fld>
            <a:endParaRPr lang="es-CL" dirty="0">
              <a:solidFill>
                <a:prstClr val="black"/>
              </a:solidFill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0778730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Placeholder 1">
            <a:extLst>
              <a:ext uri="{FF2B5EF4-FFF2-40B4-BE49-F238E27FC236}">
                <a16:creationId xmlns:a16="http://schemas.microsoft.com/office/drawing/2014/main" id="{1325658D-C30C-4B17-B780-D8EE00AA75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5" y="549276"/>
            <a:ext cx="10515600" cy="55193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s-419" dirty="0"/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C7784ADC-5815-4B8E-B6FD-475B0075E3D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95325" y="1567008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s-419" dirty="0"/>
          </a:p>
        </p:txBody>
      </p:sp>
      <p:sp>
        <p:nvSpPr>
          <p:cNvPr id="24" name="Slide Number Placeholder 5">
            <a:extLst>
              <a:ext uri="{FF2B5EF4-FFF2-40B4-BE49-F238E27FC236}">
                <a16:creationId xmlns:a16="http://schemas.microsoft.com/office/drawing/2014/main" id="{BD4B4A6B-5E64-4C5D-9D5B-93A4F17271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911730" y="6186805"/>
            <a:ext cx="368543" cy="2438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0">
                <a:solidFill>
                  <a:schemeClr val="tx1"/>
                </a:solidFill>
                <a:latin typeface="+mn-lt"/>
              </a:defRPr>
            </a:lvl1pPr>
          </a:lstStyle>
          <a:p>
            <a:pPr defTabSz="914446" eaLnBrk="1" fontAlgn="auto" hangingPunct="1">
              <a:spcBef>
                <a:spcPts val="0"/>
              </a:spcBef>
              <a:spcAft>
                <a:spcPts val="0"/>
              </a:spcAft>
            </a:pPr>
            <a:fld id="{51ED9358-27BD-4757-8BC3-FCFAB6CB8B4F}" type="slidenum">
              <a:rPr lang="es-CL" smtClean="0">
                <a:solidFill>
                  <a:prstClr val="black"/>
                </a:solidFill>
                <a:cs typeface="+mn-cs"/>
              </a:rPr>
              <a:pPr defTabSz="914446" eaLnBrk="1" fontAlgn="auto" hangingPunct="1">
                <a:spcBef>
                  <a:spcPts val="0"/>
                </a:spcBef>
                <a:spcAft>
                  <a:spcPts val="0"/>
                </a:spcAft>
              </a:pPr>
              <a:t>‹Nº›</a:t>
            </a:fld>
            <a:endParaRPr lang="es-CL" dirty="0">
              <a:solidFill>
                <a:prstClr val="black"/>
              </a:solidFill>
              <a:cs typeface="+mn-cs"/>
            </a:endParaRP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7B1AAF3E-2C78-401E-8508-23287CE9C3D4}"/>
              </a:ext>
            </a:extLst>
          </p:cNvPr>
          <p:cNvGrpSpPr/>
          <p:nvPr userDrawn="1"/>
        </p:nvGrpSpPr>
        <p:grpSpPr>
          <a:xfrm>
            <a:off x="7572860" y="6142676"/>
            <a:ext cx="3923815" cy="287969"/>
            <a:chOff x="4717228" y="5881402"/>
            <a:chExt cx="3923815" cy="287969"/>
          </a:xfrm>
        </p:grpSpPr>
        <p:grpSp>
          <p:nvGrpSpPr>
            <p:cNvPr id="22" name="Grupo 12">
              <a:extLst>
                <a:ext uri="{FF2B5EF4-FFF2-40B4-BE49-F238E27FC236}">
                  <a16:creationId xmlns:a16="http://schemas.microsoft.com/office/drawing/2014/main" id="{3B177D39-765C-4583-86BA-BC86D56F627F}"/>
                </a:ext>
              </a:extLst>
            </p:cNvPr>
            <p:cNvGrpSpPr/>
            <p:nvPr/>
          </p:nvGrpSpPr>
          <p:grpSpPr>
            <a:xfrm>
              <a:off x="4717228" y="5881402"/>
              <a:ext cx="2606836" cy="287969"/>
              <a:chOff x="8892117" y="6125441"/>
              <a:chExt cx="2606836" cy="287969"/>
            </a:xfrm>
          </p:grpSpPr>
          <p:pic>
            <p:nvPicPr>
              <p:cNvPr id="25" name="Imagen 13">
                <a:extLst>
                  <a:ext uri="{FF2B5EF4-FFF2-40B4-BE49-F238E27FC236}">
                    <a16:creationId xmlns:a16="http://schemas.microsoft.com/office/drawing/2014/main" id="{10F1E627-DFA6-42E2-9EB0-B76BB7B1587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0970643" y="6125442"/>
                <a:ext cx="528310" cy="287968"/>
              </a:xfrm>
              <a:prstGeom prst="rect">
                <a:avLst/>
              </a:prstGeom>
            </p:spPr>
          </p:pic>
          <p:pic>
            <p:nvPicPr>
              <p:cNvPr id="26" name="Imagen 14">
                <a:extLst>
                  <a:ext uri="{FF2B5EF4-FFF2-40B4-BE49-F238E27FC236}">
                    <a16:creationId xmlns:a16="http://schemas.microsoft.com/office/drawing/2014/main" id="{C5A72C34-6113-4E8F-B94A-A1830D4B94F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screen">
                <a:grayscl/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9960892" y="6125441"/>
                <a:ext cx="761058" cy="287968"/>
              </a:xfrm>
              <a:prstGeom prst="rect">
                <a:avLst/>
              </a:prstGeom>
            </p:spPr>
          </p:pic>
          <p:pic>
            <p:nvPicPr>
              <p:cNvPr id="27" name="Imagen 15">
                <a:extLst>
                  <a:ext uri="{FF2B5EF4-FFF2-40B4-BE49-F238E27FC236}">
                    <a16:creationId xmlns:a16="http://schemas.microsoft.com/office/drawing/2014/main" id="{00C0E818-A266-4567-88EC-3CBE99CAC7C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screen">
                <a:grayscl/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8892117" y="6125442"/>
                <a:ext cx="764222" cy="287968"/>
              </a:xfrm>
              <a:prstGeom prst="rect">
                <a:avLst/>
              </a:prstGeom>
            </p:spPr>
          </p:pic>
        </p:grpSp>
        <p:pic>
          <p:nvPicPr>
            <p:cNvPr id="23" name="Imagen 3">
              <a:extLst>
                <a:ext uri="{FF2B5EF4-FFF2-40B4-BE49-F238E27FC236}">
                  <a16:creationId xmlns:a16="http://schemas.microsoft.com/office/drawing/2014/main" id="{65E88122-723A-4B14-9824-ACFD7938B30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61910" y="5892149"/>
              <a:ext cx="979133" cy="26644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56932791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ángulo 9">
            <a:extLst>
              <a:ext uri="{FF2B5EF4-FFF2-40B4-BE49-F238E27FC236}">
                <a16:creationId xmlns:a16="http://schemas.microsoft.com/office/drawing/2014/main" id="{B06222BD-582A-CE45-B166-291146BCF808}"/>
              </a:ext>
            </a:extLst>
          </p:cNvPr>
          <p:cNvSpPr/>
          <p:nvPr userDrawn="1"/>
        </p:nvSpPr>
        <p:spPr>
          <a:xfrm>
            <a:off x="0" y="0"/>
            <a:ext cx="12293600" cy="6858000"/>
          </a:xfrm>
          <a:prstGeom prst="rect">
            <a:avLst/>
          </a:prstGeom>
          <a:solidFill>
            <a:srgbClr val="3BF6D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marR="0" lvl="0" indent="0" algn="ctr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cxnSp>
        <p:nvCxnSpPr>
          <p:cNvPr id="11" name="Conector recto 10">
            <a:extLst>
              <a:ext uri="{FF2B5EF4-FFF2-40B4-BE49-F238E27FC236}">
                <a16:creationId xmlns:a16="http://schemas.microsoft.com/office/drawing/2014/main" id="{24D7B398-DE20-A044-BF75-F869150C5D84}"/>
              </a:ext>
            </a:extLst>
          </p:cNvPr>
          <p:cNvCxnSpPr/>
          <p:nvPr userDrawn="1"/>
        </p:nvCxnSpPr>
        <p:spPr>
          <a:xfrm>
            <a:off x="0" y="5727700"/>
            <a:ext cx="12293600" cy="0"/>
          </a:xfrm>
          <a:prstGeom prst="line">
            <a:avLst/>
          </a:prstGeom>
          <a:ln>
            <a:solidFill>
              <a:schemeClr val="tx1">
                <a:lumMod val="85000"/>
                <a:lumOff val="1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" name="Grupo 12">
            <a:extLst>
              <a:ext uri="{FF2B5EF4-FFF2-40B4-BE49-F238E27FC236}">
                <a16:creationId xmlns:a16="http://schemas.microsoft.com/office/drawing/2014/main" id="{D4DA463C-CC40-F34A-91BC-F92041129A12}"/>
              </a:ext>
            </a:extLst>
          </p:cNvPr>
          <p:cNvGrpSpPr/>
          <p:nvPr userDrawn="1"/>
        </p:nvGrpSpPr>
        <p:grpSpPr>
          <a:xfrm>
            <a:off x="8892118" y="6125442"/>
            <a:ext cx="2604558" cy="287969"/>
            <a:chOff x="8892117" y="6125441"/>
            <a:chExt cx="2604558" cy="287969"/>
          </a:xfrm>
        </p:grpSpPr>
        <p:pic>
          <p:nvPicPr>
            <p:cNvPr id="14" name="Imagen 13">
              <a:extLst>
                <a:ext uri="{FF2B5EF4-FFF2-40B4-BE49-F238E27FC236}">
                  <a16:creationId xmlns:a16="http://schemas.microsoft.com/office/drawing/2014/main" id="{84901E14-B71E-1E47-8DCE-5FC515F77AF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968364" y="6125441"/>
              <a:ext cx="528311" cy="287968"/>
            </a:xfrm>
            <a:prstGeom prst="rect">
              <a:avLst/>
            </a:prstGeom>
          </p:spPr>
        </p:pic>
        <p:pic>
          <p:nvPicPr>
            <p:cNvPr id="15" name="Imagen 14">
              <a:extLst>
                <a:ext uri="{FF2B5EF4-FFF2-40B4-BE49-F238E27FC236}">
                  <a16:creationId xmlns:a16="http://schemas.microsoft.com/office/drawing/2014/main" id="{F07AAB1F-0312-F041-A76F-EA3261AC88B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screen">
              <a:grayscl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9960892" y="6125441"/>
              <a:ext cx="761058" cy="287968"/>
            </a:xfrm>
            <a:prstGeom prst="rect">
              <a:avLst/>
            </a:prstGeom>
          </p:spPr>
        </p:pic>
        <p:pic>
          <p:nvPicPr>
            <p:cNvPr id="16" name="Imagen 15">
              <a:extLst>
                <a:ext uri="{FF2B5EF4-FFF2-40B4-BE49-F238E27FC236}">
                  <a16:creationId xmlns:a16="http://schemas.microsoft.com/office/drawing/2014/main" id="{52636944-8662-B445-88EC-5AEFE0FA876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screen">
              <a:grayscl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8892117" y="6125442"/>
              <a:ext cx="764222" cy="287968"/>
            </a:xfrm>
            <a:prstGeom prst="rect">
              <a:avLst/>
            </a:prstGeom>
          </p:spPr>
        </p:pic>
      </p:grp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924FC33E-A58C-4F24-A912-02CD395DDB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5" y="549276"/>
            <a:ext cx="10515600" cy="55193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s-419" dirty="0"/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4CA7A624-4DA8-494B-8E17-9D4F20AF67DA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95325" y="1567008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s-419" dirty="0"/>
          </a:p>
        </p:txBody>
      </p:sp>
    </p:spTree>
    <p:extLst>
      <p:ext uri="{BB962C8B-B14F-4D97-AF65-F5344CB8AC3E}">
        <p14:creationId xmlns:p14="http://schemas.microsoft.com/office/powerpoint/2010/main" val="2970365134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5">
            <a:extLst>
              <a:ext uri="{FF2B5EF4-FFF2-40B4-BE49-F238E27FC236}">
                <a16:creationId xmlns:a16="http://schemas.microsoft.com/office/drawing/2014/main" id="{7452DE0B-9E38-4D46-A0B1-0523F095E766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EC1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marR="0" lvl="0" indent="0" algn="ctr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cxnSp>
        <p:nvCxnSpPr>
          <p:cNvPr id="7" name="Conector recto 6">
            <a:extLst>
              <a:ext uri="{FF2B5EF4-FFF2-40B4-BE49-F238E27FC236}">
                <a16:creationId xmlns:a16="http://schemas.microsoft.com/office/drawing/2014/main" id="{97870089-F406-D940-BC54-88CC057807E3}"/>
              </a:ext>
            </a:extLst>
          </p:cNvPr>
          <p:cNvCxnSpPr>
            <a:cxnSpLocks/>
          </p:cNvCxnSpPr>
          <p:nvPr userDrawn="1"/>
        </p:nvCxnSpPr>
        <p:spPr>
          <a:xfrm>
            <a:off x="0" y="5727700"/>
            <a:ext cx="12192000" cy="0"/>
          </a:xfrm>
          <a:prstGeom prst="line">
            <a:avLst/>
          </a:prstGeom>
          <a:ln>
            <a:solidFill>
              <a:schemeClr val="tx1">
                <a:lumMod val="85000"/>
                <a:lumOff val="1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" name="Grupo 8">
            <a:extLst>
              <a:ext uri="{FF2B5EF4-FFF2-40B4-BE49-F238E27FC236}">
                <a16:creationId xmlns:a16="http://schemas.microsoft.com/office/drawing/2014/main" id="{B1DAD00B-4D4B-EC42-80D7-88C99A57E3CB}"/>
              </a:ext>
            </a:extLst>
          </p:cNvPr>
          <p:cNvGrpSpPr/>
          <p:nvPr userDrawn="1"/>
        </p:nvGrpSpPr>
        <p:grpSpPr>
          <a:xfrm>
            <a:off x="8892118" y="6125442"/>
            <a:ext cx="2604558" cy="287969"/>
            <a:chOff x="8892117" y="6125441"/>
            <a:chExt cx="2604558" cy="287969"/>
          </a:xfrm>
        </p:grpSpPr>
        <p:pic>
          <p:nvPicPr>
            <p:cNvPr id="10" name="Imagen 9">
              <a:extLst>
                <a:ext uri="{FF2B5EF4-FFF2-40B4-BE49-F238E27FC236}">
                  <a16:creationId xmlns:a16="http://schemas.microsoft.com/office/drawing/2014/main" id="{CAEF817A-99B3-9B48-9A13-555BBBE5862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968364" y="6125441"/>
              <a:ext cx="528311" cy="287968"/>
            </a:xfrm>
            <a:prstGeom prst="rect">
              <a:avLst/>
            </a:prstGeom>
          </p:spPr>
        </p:pic>
        <p:pic>
          <p:nvPicPr>
            <p:cNvPr id="11" name="Imagen 10">
              <a:extLst>
                <a:ext uri="{FF2B5EF4-FFF2-40B4-BE49-F238E27FC236}">
                  <a16:creationId xmlns:a16="http://schemas.microsoft.com/office/drawing/2014/main" id="{36F80299-F135-0A4B-9ED0-6C4EDA4F16C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screen">
              <a:grayscl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9960892" y="6125441"/>
              <a:ext cx="761058" cy="287968"/>
            </a:xfrm>
            <a:prstGeom prst="rect">
              <a:avLst/>
            </a:prstGeom>
          </p:spPr>
        </p:pic>
        <p:pic>
          <p:nvPicPr>
            <p:cNvPr id="12" name="Imagen 11">
              <a:extLst>
                <a:ext uri="{FF2B5EF4-FFF2-40B4-BE49-F238E27FC236}">
                  <a16:creationId xmlns:a16="http://schemas.microsoft.com/office/drawing/2014/main" id="{04FE6A98-1604-874A-B2EE-32F4F34DC97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screen">
              <a:grayscl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8892117" y="6125442"/>
              <a:ext cx="764222" cy="287968"/>
            </a:xfrm>
            <a:prstGeom prst="rect">
              <a:avLst/>
            </a:prstGeom>
          </p:spPr>
        </p:pic>
      </p:grpSp>
      <p:sp>
        <p:nvSpPr>
          <p:cNvPr id="13" name="Title Placeholder 1">
            <a:extLst>
              <a:ext uri="{FF2B5EF4-FFF2-40B4-BE49-F238E27FC236}">
                <a16:creationId xmlns:a16="http://schemas.microsoft.com/office/drawing/2014/main" id="{25F2F123-0076-4C6C-A84F-31073F5721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5" y="549276"/>
            <a:ext cx="10515600" cy="55193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s-419" dirty="0"/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24FE3E41-15D7-4DA2-B7EC-BA1ACE015FC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95325" y="1567008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s-419" dirty="0"/>
          </a:p>
        </p:txBody>
      </p:sp>
    </p:spTree>
    <p:extLst>
      <p:ext uri="{BB962C8B-B14F-4D97-AF65-F5344CB8AC3E}">
        <p14:creationId xmlns:p14="http://schemas.microsoft.com/office/powerpoint/2010/main" val="3491924620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picture containing water, boat&#10;&#10;Description automatically generated">
            <a:extLst>
              <a:ext uri="{FF2B5EF4-FFF2-40B4-BE49-F238E27FC236}">
                <a16:creationId xmlns:a16="http://schemas.microsoft.com/office/drawing/2014/main" id="{1F057AC4-C456-4132-B9A2-4D94EC113B6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Title 2">
            <a:extLst>
              <a:ext uri="{FF2B5EF4-FFF2-40B4-BE49-F238E27FC236}">
                <a16:creationId xmlns:a16="http://schemas.microsoft.com/office/drawing/2014/main" id="{9CE5D6F5-3EDA-49FB-9080-F357B415B3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5" y="549276"/>
            <a:ext cx="10515600" cy="551938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s-419" dirty="0"/>
          </a:p>
        </p:txBody>
      </p:sp>
      <p:sp>
        <p:nvSpPr>
          <p:cNvPr id="10" name="Content Placeholder 4">
            <a:extLst>
              <a:ext uri="{FF2B5EF4-FFF2-40B4-BE49-F238E27FC236}">
                <a16:creationId xmlns:a16="http://schemas.microsoft.com/office/drawing/2014/main" id="{0E74433E-2AFC-4544-9D3B-B40D6385D057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95325" y="1376364"/>
            <a:ext cx="10797545" cy="4351337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419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34D08AE-D522-45BC-B9CE-6B8BA360F9F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248025" y="-1230312"/>
            <a:ext cx="209550" cy="200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27152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713">
          <p15:clr>
            <a:srgbClr val="FBAE40"/>
          </p15:clr>
        </p15:guide>
        <p15:guide id="2" pos="3409">
          <p15:clr>
            <a:srgbClr val="FBAE40"/>
          </p15:clr>
        </p15:guide>
      </p15:sldGuideLst>
    </p:ext>
  </p:extLst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Diseño personalizado">
    <p:bg>
      <p:bgPr>
        <a:solidFill>
          <a:srgbClr val="2E2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2">
            <a:extLst>
              <a:ext uri="{FF2B5EF4-FFF2-40B4-BE49-F238E27FC236}">
                <a16:creationId xmlns:a16="http://schemas.microsoft.com/office/drawing/2014/main" id="{9CE5D6F5-3EDA-49FB-9080-F357B415B3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5" y="549276"/>
            <a:ext cx="10515600" cy="551938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s-419" dirty="0"/>
          </a:p>
        </p:txBody>
      </p:sp>
      <p:sp>
        <p:nvSpPr>
          <p:cNvPr id="10" name="Content Placeholder 4">
            <a:extLst>
              <a:ext uri="{FF2B5EF4-FFF2-40B4-BE49-F238E27FC236}">
                <a16:creationId xmlns:a16="http://schemas.microsoft.com/office/drawing/2014/main" id="{0E74433E-2AFC-4544-9D3B-B40D6385D057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95325" y="1376364"/>
            <a:ext cx="10797545" cy="4351337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29297888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713">
          <p15:clr>
            <a:srgbClr val="FBAE40"/>
          </p15:clr>
        </p15:guide>
        <p15:guide id="2" pos="3407">
          <p15:clr>
            <a:srgbClr val="FBAE40"/>
          </p15:clr>
        </p15:guide>
      </p15:sldGuideLst>
    </p:ext>
  </p:extLst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5">
            <a:extLst>
              <a:ext uri="{FF2B5EF4-FFF2-40B4-BE49-F238E27FC236}">
                <a16:creationId xmlns:a16="http://schemas.microsoft.com/office/drawing/2014/main" id="{7452DE0B-9E38-4D46-A0B1-0523F095E766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">
                <a:srgbClr val="816AE5"/>
              </a:gs>
              <a:gs pos="100000">
                <a:srgbClr val="3E315F"/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marR="0" lvl="0" indent="0" algn="ctr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cxnSp>
        <p:nvCxnSpPr>
          <p:cNvPr id="7" name="Conector recto 6">
            <a:extLst>
              <a:ext uri="{FF2B5EF4-FFF2-40B4-BE49-F238E27FC236}">
                <a16:creationId xmlns:a16="http://schemas.microsoft.com/office/drawing/2014/main" id="{97870089-F406-D940-BC54-88CC057807E3}"/>
              </a:ext>
            </a:extLst>
          </p:cNvPr>
          <p:cNvCxnSpPr>
            <a:cxnSpLocks/>
          </p:cNvCxnSpPr>
          <p:nvPr userDrawn="1"/>
        </p:nvCxnSpPr>
        <p:spPr>
          <a:xfrm>
            <a:off x="0" y="5727700"/>
            <a:ext cx="12192000" cy="0"/>
          </a:xfrm>
          <a:prstGeom prst="line">
            <a:avLst/>
          </a:prstGeom>
          <a:ln>
            <a:solidFill>
              <a:schemeClr val="bg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Graphic 2">
            <a:extLst>
              <a:ext uri="{FF2B5EF4-FFF2-40B4-BE49-F238E27FC236}">
                <a16:creationId xmlns:a16="http://schemas.microsoft.com/office/drawing/2014/main" id="{7E42C4DE-09B9-2546-845F-13B1D98FDEA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60892" y="6125441"/>
            <a:ext cx="755916" cy="287968"/>
          </a:xfrm>
          <a:prstGeom prst="rect">
            <a:avLst/>
          </a:pr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33008C41-FDFC-D244-B9F3-F222CB53084D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968365" y="6124366"/>
            <a:ext cx="528311" cy="362946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BDB59975-4B6C-D948-9E5B-4F465C4389D2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892118" y="6125442"/>
            <a:ext cx="799699" cy="287961"/>
          </a:xfrm>
          <a:prstGeom prst="rect">
            <a:avLst/>
          </a:prstGeom>
        </p:spPr>
      </p:pic>
      <p:sp>
        <p:nvSpPr>
          <p:cNvPr id="8" name="Title 2">
            <a:extLst>
              <a:ext uri="{FF2B5EF4-FFF2-40B4-BE49-F238E27FC236}">
                <a16:creationId xmlns:a16="http://schemas.microsoft.com/office/drawing/2014/main" id="{382581CB-D622-4DAE-8AEF-D6D84778E7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5" y="549276"/>
            <a:ext cx="10515600" cy="551938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s-419" dirty="0"/>
          </a:p>
        </p:txBody>
      </p:sp>
      <p:sp>
        <p:nvSpPr>
          <p:cNvPr id="10" name="Content Placeholder 4">
            <a:extLst>
              <a:ext uri="{FF2B5EF4-FFF2-40B4-BE49-F238E27FC236}">
                <a16:creationId xmlns:a16="http://schemas.microsoft.com/office/drawing/2014/main" id="{5EBB849C-5AA6-4C80-88C4-A9B1C9AF542F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95325" y="1376364"/>
            <a:ext cx="10797545" cy="4351337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3026515609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5">
            <a:extLst>
              <a:ext uri="{FF2B5EF4-FFF2-40B4-BE49-F238E27FC236}">
                <a16:creationId xmlns:a16="http://schemas.microsoft.com/office/drawing/2014/main" id="{7452DE0B-9E38-4D46-A0B1-0523F095E766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">
                <a:srgbClr val="E239BF"/>
              </a:gs>
              <a:gs pos="100000">
                <a:srgbClr val="6036E0"/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marR="0" lvl="0" indent="0" algn="ctr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cxnSp>
        <p:nvCxnSpPr>
          <p:cNvPr id="7" name="Conector recto 6">
            <a:extLst>
              <a:ext uri="{FF2B5EF4-FFF2-40B4-BE49-F238E27FC236}">
                <a16:creationId xmlns:a16="http://schemas.microsoft.com/office/drawing/2014/main" id="{97870089-F406-D940-BC54-88CC057807E3}"/>
              </a:ext>
            </a:extLst>
          </p:cNvPr>
          <p:cNvCxnSpPr>
            <a:cxnSpLocks/>
          </p:cNvCxnSpPr>
          <p:nvPr userDrawn="1"/>
        </p:nvCxnSpPr>
        <p:spPr>
          <a:xfrm>
            <a:off x="0" y="5727700"/>
            <a:ext cx="12192000" cy="0"/>
          </a:xfrm>
          <a:prstGeom prst="line">
            <a:avLst/>
          </a:prstGeom>
          <a:ln>
            <a:solidFill>
              <a:schemeClr val="bg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Graphic 2">
            <a:extLst>
              <a:ext uri="{FF2B5EF4-FFF2-40B4-BE49-F238E27FC236}">
                <a16:creationId xmlns:a16="http://schemas.microsoft.com/office/drawing/2014/main" id="{7E42C4DE-09B9-2546-845F-13B1D98FDEA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60892" y="6125441"/>
            <a:ext cx="755916" cy="287968"/>
          </a:xfrm>
          <a:prstGeom prst="rect">
            <a:avLst/>
          </a:pr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33008C41-FDFC-D244-B9F3-F222CB53084D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968365" y="6124366"/>
            <a:ext cx="528311" cy="362946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BDB59975-4B6C-D948-9E5B-4F465C4389D2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892118" y="6125442"/>
            <a:ext cx="799699" cy="287961"/>
          </a:xfrm>
          <a:prstGeom prst="rect">
            <a:avLst/>
          </a:prstGeom>
        </p:spPr>
      </p:pic>
      <p:sp>
        <p:nvSpPr>
          <p:cNvPr id="8" name="Title 2">
            <a:extLst>
              <a:ext uri="{FF2B5EF4-FFF2-40B4-BE49-F238E27FC236}">
                <a16:creationId xmlns:a16="http://schemas.microsoft.com/office/drawing/2014/main" id="{91D18A46-ECF8-4DF6-837C-ED9CAD63CD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5" y="549276"/>
            <a:ext cx="10515600" cy="551938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s-419" dirty="0"/>
          </a:p>
        </p:txBody>
      </p:sp>
      <p:sp>
        <p:nvSpPr>
          <p:cNvPr id="10" name="Content Placeholder 4">
            <a:extLst>
              <a:ext uri="{FF2B5EF4-FFF2-40B4-BE49-F238E27FC236}">
                <a16:creationId xmlns:a16="http://schemas.microsoft.com/office/drawing/2014/main" id="{FECDC42E-0209-444C-B93A-6514178A4633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95325" y="1376364"/>
            <a:ext cx="10797545" cy="4351337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3336919060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5">
            <a:extLst>
              <a:ext uri="{FF2B5EF4-FFF2-40B4-BE49-F238E27FC236}">
                <a16:creationId xmlns:a16="http://schemas.microsoft.com/office/drawing/2014/main" id="{7452DE0B-9E38-4D46-A0B1-0523F095E766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">
                <a:srgbClr val="00E0B5"/>
              </a:gs>
              <a:gs pos="100000">
                <a:srgbClr val="6036E0"/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marR="0" lvl="0" indent="0" algn="ctr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cxnSp>
        <p:nvCxnSpPr>
          <p:cNvPr id="7" name="Conector recto 6">
            <a:extLst>
              <a:ext uri="{FF2B5EF4-FFF2-40B4-BE49-F238E27FC236}">
                <a16:creationId xmlns:a16="http://schemas.microsoft.com/office/drawing/2014/main" id="{97870089-F406-D940-BC54-88CC057807E3}"/>
              </a:ext>
            </a:extLst>
          </p:cNvPr>
          <p:cNvCxnSpPr>
            <a:cxnSpLocks/>
          </p:cNvCxnSpPr>
          <p:nvPr userDrawn="1"/>
        </p:nvCxnSpPr>
        <p:spPr>
          <a:xfrm>
            <a:off x="0" y="5727700"/>
            <a:ext cx="12192000" cy="0"/>
          </a:xfrm>
          <a:prstGeom prst="line">
            <a:avLst/>
          </a:prstGeom>
          <a:ln>
            <a:solidFill>
              <a:schemeClr val="bg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Graphic 2">
            <a:extLst>
              <a:ext uri="{FF2B5EF4-FFF2-40B4-BE49-F238E27FC236}">
                <a16:creationId xmlns:a16="http://schemas.microsoft.com/office/drawing/2014/main" id="{7E42C4DE-09B9-2546-845F-13B1D98FDEA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60892" y="6125441"/>
            <a:ext cx="755916" cy="287968"/>
          </a:xfrm>
          <a:prstGeom prst="rect">
            <a:avLst/>
          </a:pr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33008C41-FDFC-D244-B9F3-F222CB53084D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968365" y="6124366"/>
            <a:ext cx="528311" cy="362946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BDB59975-4B6C-D948-9E5B-4F465C4389D2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892118" y="6125442"/>
            <a:ext cx="799699" cy="287961"/>
          </a:xfrm>
          <a:prstGeom prst="rect">
            <a:avLst/>
          </a:prstGeom>
        </p:spPr>
      </p:pic>
      <p:sp>
        <p:nvSpPr>
          <p:cNvPr id="15" name="CuadroTexto 14">
            <a:extLst>
              <a:ext uri="{FF2B5EF4-FFF2-40B4-BE49-F238E27FC236}">
                <a16:creationId xmlns:a16="http://schemas.microsoft.com/office/drawing/2014/main" id="{E28F51A0-A0CC-6E4F-B3F5-2EA45822D1A3}"/>
              </a:ext>
            </a:extLst>
          </p:cNvPr>
          <p:cNvSpPr txBox="1"/>
          <p:nvPr userDrawn="1"/>
        </p:nvSpPr>
        <p:spPr>
          <a:xfrm>
            <a:off x="695325" y="6118017"/>
            <a:ext cx="2169825" cy="246221"/>
          </a:xfrm>
          <a:prstGeom prst="rect">
            <a:avLst/>
          </a:prstGeom>
          <a:noFill/>
        </p:spPr>
        <p:txBody>
          <a:bodyPr wrap="none" lIns="0" rtlCol="0" anchor="ctr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ource Code Pro Medium" panose="020B0509030403020204" pitchFamily="49" charset="77"/>
                <a:ea typeface="+mn-ea"/>
                <a:cs typeface="+mn-cs"/>
              </a:rPr>
              <a:t>UINN - UNIDAD DE INNOVACIÓN</a:t>
            </a:r>
            <a:endParaRPr kumimoji="0" lang="es-CL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ource Code Pro Medium" panose="020B0509030403020204" pitchFamily="49" charset="77"/>
              <a:ea typeface="+mn-ea"/>
              <a:cs typeface="+mn-cs"/>
            </a:endParaRPr>
          </a:p>
        </p:txBody>
      </p:sp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BB6D16FB-6BCD-4255-B457-E780194C14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5" y="549276"/>
            <a:ext cx="10515600" cy="55193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s-419" dirty="0"/>
          </a:p>
        </p:txBody>
      </p:sp>
      <p:sp>
        <p:nvSpPr>
          <p:cNvPr id="10" name="Content Placeholder 4">
            <a:extLst>
              <a:ext uri="{FF2B5EF4-FFF2-40B4-BE49-F238E27FC236}">
                <a16:creationId xmlns:a16="http://schemas.microsoft.com/office/drawing/2014/main" id="{560D1336-5784-4D0F-BEBB-42BB66422EBE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95325" y="1376364"/>
            <a:ext cx="10797545" cy="4351337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3682175987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83055569"/>
      </p:ext>
    </p:extLst>
  </p:cSld>
  <p:clrMapOvr>
    <a:masterClrMapping/>
  </p:clrMapOvr>
  <p:transition/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34FB6C-E1CE-4188-8F39-84ABDBE63D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CL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4D874DCE-E7E9-4725-8604-C6FAFBC59F7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831012" y="-1655241"/>
            <a:ext cx="2562225" cy="1133475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0D8BD95A-42CC-4EC2-AB10-714E74EF79F2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894719" y="-1655240"/>
            <a:ext cx="2562225" cy="1133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0692746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Negro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09125096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61B2D55-4E0D-46CC-89A0-9E2C1D78899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CF4532E-48F5-4A32-BC1C-ACC2982C93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00F7A58-BB27-47C1-A324-4D2F5FF8C4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25F8EC-A446-4C15-9EC9-FFECC64DA93B}" type="datetimeFigureOut">
              <a:rPr lang="es-CL" smtClean="0"/>
              <a:t>05-03-26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82B4650-DCDF-4958-93C3-BF60058DBC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7CA0E49-88AC-4278-A6E1-FAFFB3F549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D1AD91-C859-477A-AF60-7BFE7D922D88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01799367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382AC16-8DC2-4EEA-8A7F-D051DB1213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39AADF3-5D60-435E-BAA5-973E4A6DAF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27BE989-E007-4BAE-B743-B68925AD9E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25F8EC-A446-4C15-9EC9-FFECC64DA93B}" type="datetimeFigureOut">
              <a:rPr lang="es-CL" smtClean="0"/>
              <a:t>05-03-26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F5ABB50-F322-4DF9-A29E-C13790DD32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A395B48-26C6-45C5-8AE3-5EAE27DE98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D1AD91-C859-477A-AF60-7BFE7D922D88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588425067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5DD7259-A72A-4D39-8F4E-BE134AE8D3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3ADDBCB-0C25-422F-BE81-B8159637B8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77D980F-9973-49BF-9C46-DB6CC4A31C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25F8EC-A446-4C15-9EC9-FFECC64DA93B}" type="datetimeFigureOut">
              <a:rPr lang="es-CL" smtClean="0"/>
              <a:t>05-03-26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757F761-821F-420B-9BE8-839F447028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9F1AA4E-C79E-47ED-B74B-AF8F64CB20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D1AD91-C859-477A-AF60-7BFE7D922D88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776138713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EE6FDBF-39C9-461F-BBAF-6FE46F9081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98D6307-9334-4AB3-8248-F7CAC70E504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97D228E-FC9D-4793-87F9-C094590F975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3514E38-C964-422E-87E6-9B627B46D8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25F8EC-A446-4C15-9EC9-FFECC64DA93B}" type="datetimeFigureOut">
              <a:rPr lang="es-CL" smtClean="0"/>
              <a:t>05-03-26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C18CBA80-1C23-40FC-83E0-C640416C1E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BFC0EC3-A615-4132-A9F2-151AE6DD86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D1AD91-C859-477A-AF60-7BFE7D922D88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086017390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50DE406-3F94-4F31-8990-3DD357A1CF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E68A25A-F90F-4449-8A70-D9F00E6F14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5D1DED00-82F1-48B1-BF5E-5D589D6DAD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516329FD-729F-4157-A926-8E214EC65CD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65C7037A-90A4-4582-A67E-F3799AFF42E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97EB26DE-B4D9-4910-BD6B-23A529E461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25F8EC-A446-4C15-9EC9-FFECC64DA93B}" type="datetimeFigureOut">
              <a:rPr lang="es-CL" smtClean="0"/>
              <a:t>05-03-26</a:t>
            </a:fld>
            <a:endParaRPr lang="es-CL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104AE950-ED1D-42F9-918D-03FDF752D1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5CA95803-A16F-4657-82CB-68E51207CD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D1AD91-C859-477A-AF60-7BFE7D922D88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823825616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E1F1BE-B98A-47A0-B324-F1F638ADD0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4A72F3BC-B906-4094-B01E-FBF71D7BB9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25F8EC-A446-4C15-9EC9-FFECC64DA93B}" type="datetimeFigureOut">
              <a:rPr lang="es-CL" smtClean="0"/>
              <a:t>05-03-26</a:t>
            </a:fld>
            <a:endParaRPr lang="es-CL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1B3D382B-DD99-4538-BA35-5C3AEAAABA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7DD0EBDC-85C7-4B6F-9B85-631C3B9315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D1AD91-C859-477A-AF60-7BFE7D922D88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692412215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68A9D502-A13B-473B-9DFE-AE3E781A05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25F8EC-A446-4C15-9EC9-FFECC64DA93B}" type="datetimeFigureOut">
              <a:rPr lang="es-CL" smtClean="0"/>
              <a:t>05-03-26</a:t>
            </a:fld>
            <a:endParaRPr lang="es-CL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81216DCD-831E-475B-8E35-88047865EF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277DA92-471B-4EFA-930D-8914923650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D1AD91-C859-477A-AF60-7BFE7D922D88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745667039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F76F8F6-E83F-4651-960A-D9E259C690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D78B328-1D1C-48E3-BE2C-6E4D5B0C4A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1B12BE06-3548-4CAC-9BB9-B5C03F8D4C4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96A22DB-422E-4225-890D-EE47B9267F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25F8EC-A446-4C15-9EC9-FFECC64DA93B}" type="datetimeFigureOut">
              <a:rPr lang="es-CL" smtClean="0"/>
              <a:t>05-03-26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8E528B4-4A7D-4000-9793-AB4612B09E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CC16E26-6FEF-4CB3-B0E8-DFA3E49C53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D1AD91-C859-477A-AF60-7BFE7D922D88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71149479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C8639E7-900A-4DAE-8C4A-A373C25C9E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E4CC695C-8D87-42A6-A0D7-1C15D84C942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0ECBE92-1F9F-4ADB-B12C-A1A1C577A8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087C1E2D-638D-47FC-81C3-2BC54DF515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25F8EC-A446-4C15-9EC9-FFECC64DA93B}" type="datetimeFigureOut">
              <a:rPr lang="es-CL" smtClean="0"/>
              <a:t>05-03-26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7C4D17B-0CB0-47F2-ADD4-5FDEF2A382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E53BAE6-6EB3-4836-9361-89A1461AB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D1AD91-C859-477A-AF60-7BFE7D922D88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4397777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91E8DCC-F933-4B99-BCF8-B6F6B2B061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A20B64C-AF2B-4AF2-86F9-EA367D653B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242EBB9-D270-417E-8813-535BA6C3C2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25F8EC-A446-4C15-9EC9-FFECC64DA93B}" type="datetimeFigureOut">
              <a:rPr lang="es-CL" smtClean="0"/>
              <a:t>05-03-26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408889B-30F7-4A45-B165-9CA3F5C98E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BD22907-1536-4FC9-9EC3-794C1473E2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D1AD91-C859-477A-AF60-7BFE7D922D88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500979655"/>
      </p:ext>
    </p:extLst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36F78D99-2A10-494A-981C-CAB1BDEE6C2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A9C0E7FD-40CC-4DC7-A837-F825465C2D2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BFD6E60-945A-48D3-BFFD-C17CDB4E4D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25F8EC-A446-4C15-9EC9-FFECC64DA93B}" type="datetimeFigureOut">
              <a:rPr lang="es-CL" smtClean="0"/>
              <a:t>05-03-26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BBEE190-0FED-41DA-BCBD-3591E517AB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6722933-38AC-417C-A6A0-625C8180D3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D1AD91-C859-477A-AF60-7BFE7D922D88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8175952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1.xml"/><Relationship Id="rId13" Type="http://schemas.openxmlformats.org/officeDocument/2006/relationships/slideLayout" Target="../slideLayouts/slideLayout36.xml"/><Relationship Id="rId3" Type="http://schemas.openxmlformats.org/officeDocument/2006/relationships/slideLayout" Target="../slideLayouts/slideLayout26.xml"/><Relationship Id="rId7" Type="http://schemas.openxmlformats.org/officeDocument/2006/relationships/slideLayout" Target="../slideLayouts/slideLayout30.xml"/><Relationship Id="rId12" Type="http://schemas.openxmlformats.org/officeDocument/2006/relationships/slideLayout" Target="../slideLayouts/slideLayout35.xml"/><Relationship Id="rId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34.xml"/><Relationship Id="rId5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33.xml"/><Relationship Id="rId4" Type="http://schemas.openxmlformats.org/officeDocument/2006/relationships/slideLayout" Target="../slideLayouts/slideLayout27.xml"/><Relationship Id="rId9" Type="http://schemas.openxmlformats.org/officeDocument/2006/relationships/slideLayout" Target="../slideLayouts/slideLayout32.xml"/><Relationship Id="rId14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4.xml"/><Relationship Id="rId13" Type="http://schemas.openxmlformats.org/officeDocument/2006/relationships/slideLayout" Target="../slideLayouts/slideLayout49.xml"/><Relationship Id="rId3" Type="http://schemas.openxmlformats.org/officeDocument/2006/relationships/slideLayout" Target="../slideLayouts/slideLayout39.xml"/><Relationship Id="rId7" Type="http://schemas.openxmlformats.org/officeDocument/2006/relationships/slideLayout" Target="../slideLayouts/slideLayout43.xml"/><Relationship Id="rId12" Type="http://schemas.openxmlformats.org/officeDocument/2006/relationships/slideLayout" Target="../slideLayouts/slideLayout48.xml"/><Relationship Id="rId2" Type="http://schemas.openxmlformats.org/officeDocument/2006/relationships/slideLayout" Target="../slideLayouts/slideLayout38.xml"/><Relationship Id="rId1" Type="http://schemas.openxmlformats.org/officeDocument/2006/relationships/slideLayout" Target="../slideLayouts/slideLayout37.xml"/><Relationship Id="rId6" Type="http://schemas.openxmlformats.org/officeDocument/2006/relationships/slideLayout" Target="../slideLayouts/slideLayout42.xml"/><Relationship Id="rId11" Type="http://schemas.openxmlformats.org/officeDocument/2006/relationships/slideLayout" Target="../slideLayouts/slideLayout47.xml"/><Relationship Id="rId5" Type="http://schemas.openxmlformats.org/officeDocument/2006/relationships/slideLayout" Target="../slideLayouts/slideLayout41.xml"/><Relationship Id="rId10" Type="http://schemas.openxmlformats.org/officeDocument/2006/relationships/slideLayout" Target="../slideLayouts/slideLayout46.xml"/><Relationship Id="rId4" Type="http://schemas.openxmlformats.org/officeDocument/2006/relationships/slideLayout" Target="../slideLayouts/slideLayout40.xml"/><Relationship Id="rId9" Type="http://schemas.openxmlformats.org/officeDocument/2006/relationships/slideLayout" Target="../slideLayouts/slideLayout45.xml"/><Relationship Id="rId14" Type="http://schemas.openxmlformats.org/officeDocument/2006/relationships/theme" Target="../theme/theme4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7.xml"/><Relationship Id="rId3" Type="http://schemas.openxmlformats.org/officeDocument/2006/relationships/slideLayout" Target="../slideLayouts/slideLayout52.xml"/><Relationship Id="rId7" Type="http://schemas.openxmlformats.org/officeDocument/2006/relationships/slideLayout" Target="../slideLayouts/slideLayout56.xml"/><Relationship Id="rId12" Type="http://schemas.openxmlformats.org/officeDocument/2006/relationships/theme" Target="../theme/theme5.xml"/><Relationship Id="rId2" Type="http://schemas.openxmlformats.org/officeDocument/2006/relationships/slideLayout" Target="../slideLayouts/slideLayout51.xml"/><Relationship Id="rId1" Type="http://schemas.openxmlformats.org/officeDocument/2006/relationships/slideLayout" Target="../slideLayouts/slideLayout50.xml"/><Relationship Id="rId6" Type="http://schemas.openxmlformats.org/officeDocument/2006/relationships/slideLayout" Target="../slideLayouts/slideLayout55.xml"/><Relationship Id="rId11" Type="http://schemas.openxmlformats.org/officeDocument/2006/relationships/slideLayout" Target="../slideLayouts/slideLayout60.xml"/><Relationship Id="rId5" Type="http://schemas.openxmlformats.org/officeDocument/2006/relationships/slideLayout" Target="../slideLayouts/slideLayout54.xml"/><Relationship Id="rId10" Type="http://schemas.openxmlformats.org/officeDocument/2006/relationships/slideLayout" Target="../slideLayouts/slideLayout59.xml"/><Relationship Id="rId4" Type="http://schemas.openxmlformats.org/officeDocument/2006/relationships/slideLayout" Target="../slideLayouts/slideLayout53.xml"/><Relationship Id="rId9" Type="http://schemas.openxmlformats.org/officeDocument/2006/relationships/slideLayout" Target="../slideLayouts/slideLayout58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8.xml"/><Relationship Id="rId13" Type="http://schemas.openxmlformats.org/officeDocument/2006/relationships/slideLayout" Target="../slideLayouts/slideLayout73.xml"/><Relationship Id="rId3" Type="http://schemas.openxmlformats.org/officeDocument/2006/relationships/slideLayout" Target="../slideLayouts/slideLayout63.xml"/><Relationship Id="rId7" Type="http://schemas.openxmlformats.org/officeDocument/2006/relationships/slideLayout" Target="../slideLayouts/slideLayout67.xml"/><Relationship Id="rId12" Type="http://schemas.openxmlformats.org/officeDocument/2006/relationships/slideLayout" Target="../slideLayouts/slideLayout72.xml"/><Relationship Id="rId17" Type="http://schemas.openxmlformats.org/officeDocument/2006/relationships/theme" Target="../theme/theme6.xml"/><Relationship Id="rId2" Type="http://schemas.openxmlformats.org/officeDocument/2006/relationships/slideLayout" Target="../slideLayouts/slideLayout62.xml"/><Relationship Id="rId16" Type="http://schemas.openxmlformats.org/officeDocument/2006/relationships/slideLayout" Target="../slideLayouts/slideLayout76.xml"/><Relationship Id="rId1" Type="http://schemas.openxmlformats.org/officeDocument/2006/relationships/slideLayout" Target="../slideLayouts/slideLayout61.xml"/><Relationship Id="rId6" Type="http://schemas.openxmlformats.org/officeDocument/2006/relationships/slideLayout" Target="../slideLayouts/slideLayout66.xml"/><Relationship Id="rId11" Type="http://schemas.openxmlformats.org/officeDocument/2006/relationships/slideLayout" Target="../slideLayouts/slideLayout71.xml"/><Relationship Id="rId5" Type="http://schemas.openxmlformats.org/officeDocument/2006/relationships/slideLayout" Target="../slideLayouts/slideLayout65.xml"/><Relationship Id="rId15" Type="http://schemas.openxmlformats.org/officeDocument/2006/relationships/slideLayout" Target="../slideLayouts/slideLayout75.xml"/><Relationship Id="rId10" Type="http://schemas.openxmlformats.org/officeDocument/2006/relationships/slideLayout" Target="../slideLayouts/slideLayout70.xml"/><Relationship Id="rId4" Type="http://schemas.openxmlformats.org/officeDocument/2006/relationships/slideLayout" Target="../slideLayouts/slideLayout64.xml"/><Relationship Id="rId9" Type="http://schemas.openxmlformats.org/officeDocument/2006/relationships/slideLayout" Target="../slideLayouts/slideLayout69.xml"/><Relationship Id="rId14" Type="http://schemas.openxmlformats.org/officeDocument/2006/relationships/slideLayout" Target="../slideLayouts/slideLayout74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4.xml"/><Relationship Id="rId3" Type="http://schemas.openxmlformats.org/officeDocument/2006/relationships/slideLayout" Target="../slideLayouts/slideLayout79.xml"/><Relationship Id="rId7" Type="http://schemas.openxmlformats.org/officeDocument/2006/relationships/slideLayout" Target="../slideLayouts/slideLayout83.xml"/><Relationship Id="rId12" Type="http://schemas.openxmlformats.org/officeDocument/2006/relationships/theme" Target="../theme/theme7.xml"/><Relationship Id="rId2" Type="http://schemas.openxmlformats.org/officeDocument/2006/relationships/slideLayout" Target="../slideLayouts/slideLayout78.xml"/><Relationship Id="rId1" Type="http://schemas.openxmlformats.org/officeDocument/2006/relationships/slideLayout" Target="../slideLayouts/slideLayout77.xml"/><Relationship Id="rId6" Type="http://schemas.openxmlformats.org/officeDocument/2006/relationships/slideLayout" Target="../slideLayouts/slideLayout82.xml"/><Relationship Id="rId11" Type="http://schemas.openxmlformats.org/officeDocument/2006/relationships/slideLayout" Target="../slideLayouts/slideLayout87.xml"/><Relationship Id="rId5" Type="http://schemas.openxmlformats.org/officeDocument/2006/relationships/slideLayout" Target="../slideLayouts/slideLayout81.xml"/><Relationship Id="rId10" Type="http://schemas.openxmlformats.org/officeDocument/2006/relationships/slideLayout" Target="../slideLayouts/slideLayout86.xml"/><Relationship Id="rId4" Type="http://schemas.openxmlformats.org/officeDocument/2006/relationships/slideLayout" Target="../slideLayouts/slideLayout80.xml"/><Relationship Id="rId9" Type="http://schemas.openxmlformats.org/officeDocument/2006/relationships/slideLayout" Target="../slideLayouts/slideLayout8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1"/>
          <p:cNvSpPr>
            <a:spLocks noGrp="1" noChangeArrowheads="1"/>
          </p:cNvSpPr>
          <p:nvPr>
            <p:ph type="title"/>
          </p:nvPr>
        </p:nvSpPr>
        <p:spPr bwMode="auto">
          <a:xfrm>
            <a:off x="914401" y="2130456"/>
            <a:ext cx="10364259" cy="1470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76044" tIns="76044" rIns="76044" bIns="76044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>
                <a:sym typeface="Lucida Grande" charset="0"/>
              </a:rPr>
              <a:t>Click to edit Master title style</a:t>
            </a:r>
          </a:p>
        </p:txBody>
      </p:sp>
      <p:sp>
        <p:nvSpPr>
          <p:cNvPr id="1027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1828800" y="3886200"/>
            <a:ext cx="8535459" cy="1752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76044" tIns="76044" rIns="76044" bIns="7604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>
                <a:sym typeface="Lucida Grande" charset="0"/>
              </a:rPr>
              <a:t>Click to edit Master text styles</a:t>
            </a:r>
          </a:p>
          <a:p>
            <a:pPr lvl="1"/>
            <a:r>
              <a:rPr lang="en-US">
                <a:sym typeface="Lucida Grande" charset="0"/>
              </a:rPr>
              <a:t>Second level</a:t>
            </a:r>
          </a:p>
          <a:p>
            <a:pPr lvl="2"/>
            <a:r>
              <a:rPr lang="en-US">
                <a:sym typeface="Lucida Grande" charset="0"/>
              </a:rPr>
              <a:t>Third level</a:t>
            </a:r>
          </a:p>
          <a:p>
            <a:pPr lvl="3"/>
            <a:r>
              <a:rPr lang="en-US">
                <a:sym typeface="Lucida Grande" charset="0"/>
              </a:rPr>
              <a:t>Fourth level</a:t>
            </a:r>
          </a:p>
          <a:p>
            <a:pPr lvl="4"/>
            <a:r>
              <a:rPr lang="en-US">
                <a:sym typeface="Lucida Grande" charset="0"/>
              </a:rPr>
              <a:t>Fifth level</a:t>
            </a:r>
          </a:p>
        </p:txBody>
      </p:sp>
      <p:sp>
        <p:nvSpPr>
          <p:cNvPr id="2" name="Text Box 3"/>
          <p:cNvSpPr txBox="1">
            <a:spLocks noGrp="1" noChangeArrowheads="1"/>
          </p:cNvSpPr>
          <p:nvPr>
            <p:ph type="sldNum" sz="quarter" idx="4"/>
          </p:nvPr>
        </p:nvSpPr>
        <p:spPr bwMode="auto">
          <a:xfrm>
            <a:off x="11249058" y="6416675"/>
            <a:ext cx="334433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none" lIns="91236" tIns="45619" rIns="91236" bIns="45619" numCol="1" anchor="ctr" anchorCtr="0" compatLnSpc="1">
            <a:prstTxWarp prst="textNoShape">
              <a:avLst/>
            </a:prstTxWarp>
          </a:bodyPr>
          <a:lstStyle>
            <a:lvl1pPr algn="r">
              <a:defRPr sz="1400">
                <a:solidFill>
                  <a:srgbClr val="878787"/>
                </a:solidFill>
                <a:latin typeface="+mn-lt"/>
                <a:ea typeface="Lucida Grande" charset="0"/>
                <a:cs typeface="Lucida Grande" charset="0"/>
                <a:sym typeface="Lucida Grande" charset="0"/>
              </a:defRPr>
            </a:lvl1pPr>
            <a:lvl2pPr algn="l">
              <a:defRPr sz="867">
                <a:solidFill>
                  <a:schemeClr val="tx1"/>
                </a:solidFill>
                <a:latin typeface="Gill Sans" charset="0"/>
              </a:defRPr>
            </a:lvl2pPr>
            <a:lvl3pPr algn="l">
              <a:defRPr sz="867">
                <a:solidFill>
                  <a:schemeClr val="tx1"/>
                </a:solidFill>
                <a:latin typeface="Gill Sans" charset="0"/>
              </a:defRPr>
            </a:lvl3pPr>
            <a:lvl4pPr algn="l">
              <a:defRPr sz="867">
                <a:solidFill>
                  <a:schemeClr val="tx1"/>
                </a:solidFill>
                <a:latin typeface="Gill Sans" charset="0"/>
              </a:defRPr>
            </a:lvl4pPr>
            <a:lvl5pPr algn="l">
              <a:defRPr sz="867">
                <a:solidFill>
                  <a:schemeClr val="tx1"/>
                </a:solidFill>
                <a:latin typeface="Gill Sans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sz="867">
                <a:solidFill>
                  <a:schemeClr val="tx1"/>
                </a:solidFill>
                <a:latin typeface="Gill Sans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sz="867">
                <a:solidFill>
                  <a:schemeClr val="tx1"/>
                </a:solidFill>
                <a:latin typeface="Gill Sans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sz="867">
                <a:solidFill>
                  <a:schemeClr val="tx1"/>
                </a:solidFill>
                <a:latin typeface="Gill Sans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sz="867">
                <a:solidFill>
                  <a:schemeClr val="tx1"/>
                </a:solidFill>
                <a:latin typeface="Gill Sans" charset="0"/>
              </a:defRPr>
            </a:lvl9pPr>
          </a:lstStyle>
          <a:p>
            <a:pPr defTabSz="608241" fontAlgn="base">
              <a:spcBef>
                <a:spcPct val="0"/>
              </a:spcBef>
              <a:spcAft>
                <a:spcPct val="0"/>
              </a:spcAft>
              <a:defRPr/>
            </a:pPr>
            <a:fld id="{E5B93AFE-B6CD-4B65-8ADE-AB31E928B56F}" type="slidenum">
              <a:rPr lang="en-US" smtClean="0"/>
              <a:pPr defTabSz="608241" fontAlgn="base">
                <a:spcBef>
                  <a:spcPct val="0"/>
                </a:spcBef>
                <a:spcAft>
                  <a:spcPct val="0"/>
                </a:spcAft>
                <a:defRPr/>
              </a:pPr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90466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875" r:id="rId12"/>
  </p:sldLayoutIdLst>
  <p:transition/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5333">
          <a:solidFill>
            <a:schemeClr val="tx1"/>
          </a:solidFill>
          <a:latin typeface="+mj-lt"/>
          <a:ea typeface="+mj-ea"/>
          <a:cs typeface="+mj-cs"/>
          <a:sym typeface="Lucida Grande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5333">
          <a:solidFill>
            <a:schemeClr val="tx1"/>
          </a:solidFill>
          <a:latin typeface="Lucida Grande" charset="0"/>
          <a:ea typeface="ヒラギノ角ゴ ProN W3" charset="0"/>
          <a:cs typeface="ヒラギノ角ゴ ProN W3" charset="0"/>
          <a:sym typeface="Lucida Grande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5333">
          <a:solidFill>
            <a:schemeClr val="tx1"/>
          </a:solidFill>
          <a:latin typeface="Lucida Grande" charset="0"/>
          <a:ea typeface="ヒラギノ角ゴ ProN W3" charset="0"/>
          <a:cs typeface="ヒラギノ角ゴ ProN W3" charset="0"/>
          <a:sym typeface="Lucida Grande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5333">
          <a:solidFill>
            <a:schemeClr val="tx1"/>
          </a:solidFill>
          <a:latin typeface="Lucida Grande" charset="0"/>
          <a:ea typeface="ヒラギノ角ゴ ProN W3" charset="0"/>
          <a:cs typeface="ヒラギノ角ゴ ProN W3" charset="0"/>
          <a:sym typeface="Lucida Grande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5333">
          <a:solidFill>
            <a:schemeClr val="tx1"/>
          </a:solidFill>
          <a:latin typeface="Lucida Grande" charset="0"/>
          <a:ea typeface="ヒラギノ角ゴ ProN W3" charset="0"/>
          <a:cs typeface="ヒラギノ角ゴ ProN W3" charset="0"/>
          <a:sym typeface="Lucida Grande" charset="0"/>
        </a:defRPr>
      </a:lvl5pPr>
      <a:lvl6pPr marL="304119" algn="ctr" rtl="0" fontAlgn="base">
        <a:spcBef>
          <a:spcPct val="0"/>
        </a:spcBef>
        <a:spcAft>
          <a:spcPct val="0"/>
        </a:spcAft>
        <a:defRPr sz="5333">
          <a:solidFill>
            <a:schemeClr val="tx1"/>
          </a:solidFill>
          <a:latin typeface="Lucida Grande" charset="0"/>
          <a:ea typeface="ヒラギノ角ゴ ProN W3" charset="0"/>
          <a:cs typeface="ヒラギノ角ゴ ProN W3" charset="0"/>
          <a:sym typeface="Lucida Grande" charset="0"/>
        </a:defRPr>
      </a:lvl6pPr>
      <a:lvl7pPr marL="608241" algn="ctr" rtl="0" fontAlgn="base">
        <a:spcBef>
          <a:spcPct val="0"/>
        </a:spcBef>
        <a:spcAft>
          <a:spcPct val="0"/>
        </a:spcAft>
        <a:defRPr sz="5333">
          <a:solidFill>
            <a:schemeClr val="tx1"/>
          </a:solidFill>
          <a:latin typeface="Lucida Grande" charset="0"/>
          <a:ea typeface="ヒラギノ角ゴ ProN W3" charset="0"/>
          <a:cs typeface="ヒラギノ角ゴ ProN W3" charset="0"/>
          <a:sym typeface="Lucida Grande" charset="0"/>
        </a:defRPr>
      </a:lvl7pPr>
      <a:lvl8pPr marL="912359" algn="ctr" rtl="0" fontAlgn="base">
        <a:spcBef>
          <a:spcPct val="0"/>
        </a:spcBef>
        <a:spcAft>
          <a:spcPct val="0"/>
        </a:spcAft>
        <a:defRPr sz="5333">
          <a:solidFill>
            <a:schemeClr val="tx1"/>
          </a:solidFill>
          <a:latin typeface="Lucida Grande" charset="0"/>
          <a:ea typeface="ヒラギノ角ゴ ProN W3" charset="0"/>
          <a:cs typeface="ヒラギノ角ゴ ProN W3" charset="0"/>
          <a:sym typeface="Lucida Grande" charset="0"/>
        </a:defRPr>
      </a:lvl8pPr>
      <a:lvl9pPr marL="1216470" algn="ctr" rtl="0" fontAlgn="base">
        <a:spcBef>
          <a:spcPct val="0"/>
        </a:spcBef>
        <a:spcAft>
          <a:spcPct val="0"/>
        </a:spcAft>
        <a:defRPr sz="5333">
          <a:solidFill>
            <a:schemeClr val="tx1"/>
          </a:solidFill>
          <a:latin typeface="Lucida Grande" charset="0"/>
          <a:ea typeface="ヒラギノ角ゴ ProN W3" charset="0"/>
          <a:cs typeface="ヒラギノ角ゴ ProN W3" charset="0"/>
          <a:sym typeface="Lucida Grande" charset="0"/>
        </a:defRPr>
      </a:lvl9pPr>
    </p:titleStyle>
    <p:bodyStyle>
      <a:lvl1pPr marL="228097" indent="-228097" algn="ctr" rtl="0" eaLnBrk="0" fontAlgn="base" hangingPunct="0">
        <a:spcBef>
          <a:spcPts val="933"/>
        </a:spcBef>
        <a:spcAft>
          <a:spcPct val="0"/>
        </a:spcAft>
        <a:defRPr sz="3800">
          <a:solidFill>
            <a:srgbClr val="878787"/>
          </a:solidFill>
          <a:latin typeface="+mn-lt"/>
          <a:ea typeface="+mn-ea"/>
          <a:cs typeface="+mn-cs"/>
          <a:sym typeface="Lucida Grande" charset="0"/>
        </a:defRPr>
      </a:lvl1pPr>
      <a:lvl2pPr marL="498421" indent="-194303" algn="ctr" rtl="0" eaLnBrk="0" fontAlgn="base" hangingPunct="0">
        <a:spcBef>
          <a:spcPts val="800"/>
        </a:spcBef>
        <a:spcAft>
          <a:spcPct val="0"/>
        </a:spcAft>
        <a:defRPr sz="3466">
          <a:solidFill>
            <a:srgbClr val="878787"/>
          </a:solidFill>
          <a:latin typeface="+mn-lt"/>
          <a:ea typeface="+mn-ea"/>
          <a:cs typeface="+mn-cs"/>
          <a:sym typeface="Lucida Grande" charset="0"/>
        </a:defRPr>
      </a:lvl2pPr>
      <a:lvl3pPr marL="1047520" indent="-439274" algn="ctr" rtl="0" eaLnBrk="0" fontAlgn="base" hangingPunct="0">
        <a:spcBef>
          <a:spcPts val="667"/>
        </a:spcBef>
        <a:spcAft>
          <a:spcPct val="0"/>
        </a:spcAft>
        <a:defRPr sz="2866">
          <a:solidFill>
            <a:srgbClr val="878787"/>
          </a:solidFill>
          <a:latin typeface="+mn-lt"/>
          <a:ea typeface="+mn-ea"/>
          <a:cs typeface="+mn-cs"/>
          <a:sym typeface="Lucida Grande" charset="0"/>
        </a:defRPr>
      </a:lvl3pPr>
      <a:lvl4pPr marL="1596622" indent="-684264" algn="ctr" rtl="0" eaLnBrk="0" fontAlgn="base" hangingPunct="0">
        <a:spcBef>
          <a:spcPts val="600"/>
        </a:spcBef>
        <a:spcAft>
          <a:spcPct val="0"/>
        </a:spcAft>
        <a:defRPr sz="2400">
          <a:solidFill>
            <a:srgbClr val="878787"/>
          </a:solidFill>
          <a:latin typeface="+mn-lt"/>
          <a:ea typeface="+mn-ea"/>
          <a:cs typeface="+mn-cs"/>
          <a:sym typeface="Lucida Grande" charset="0"/>
        </a:defRPr>
      </a:lvl4pPr>
      <a:lvl5pPr marL="2145717" indent="-929252" algn="ctr" rtl="0" eaLnBrk="0" fontAlgn="base" hangingPunct="0">
        <a:spcBef>
          <a:spcPts val="600"/>
        </a:spcBef>
        <a:spcAft>
          <a:spcPct val="0"/>
        </a:spcAft>
        <a:defRPr sz="2400">
          <a:solidFill>
            <a:srgbClr val="878787"/>
          </a:solidFill>
          <a:latin typeface="+mn-lt"/>
          <a:ea typeface="+mn-ea"/>
          <a:cs typeface="+mn-cs"/>
          <a:sym typeface="Lucida Grande" charset="0"/>
        </a:defRPr>
      </a:lvl5pPr>
      <a:lvl6pPr marL="2449832" algn="ctr" rtl="0" fontAlgn="base">
        <a:spcBef>
          <a:spcPts val="600"/>
        </a:spcBef>
        <a:spcAft>
          <a:spcPct val="0"/>
        </a:spcAft>
        <a:defRPr sz="2400">
          <a:solidFill>
            <a:srgbClr val="878787"/>
          </a:solidFill>
          <a:latin typeface="+mn-lt"/>
          <a:ea typeface="+mn-ea"/>
          <a:cs typeface="+mn-cs"/>
          <a:sym typeface="Lucida Grande" charset="0"/>
        </a:defRPr>
      </a:lvl6pPr>
      <a:lvl7pPr marL="2753951" algn="ctr" rtl="0" fontAlgn="base">
        <a:spcBef>
          <a:spcPts val="600"/>
        </a:spcBef>
        <a:spcAft>
          <a:spcPct val="0"/>
        </a:spcAft>
        <a:defRPr sz="2400">
          <a:solidFill>
            <a:srgbClr val="878787"/>
          </a:solidFill>
          <a:latin typeface="+mn-lt"/>
          <a:ea typeface="+mn-ea"/>
          <a:cs typeface="+mn-cs"/>
          <a:sym typeface="Lucida Grande" charset="0"/>
        </a:defRPr>
      </a:lvl7pPr>
      <a:lvl8pPr marL="3058071" algn="ctr" rtl="0" fontAlgn="base">
        <a:spcBef>
          <a:spcPts val="600"/>
        </a:spcBef>
        <a:spcAft>
          <a:spcPct val="0"/>
        </a:spcAft>
        <a:defRPr sz="2400">
          <a:solidFill>
            <a:srgbClr val="878787"/>
          </a:solidFill>
          <a:latin typeface="+mn-lt"/>
          <a:ea typeface="+mn-ea"/>
          <a:cs typeface="+mn-cs"/>
          <a:sym typeface="Lucida Grande" charset="0"/>
        </a:defRPr>
      </a:lvl8pPr>
      <a:lvl9pPr marL="3362191" algn="ctr" rtl="0" fontAlgn="base">
        <a:spcBef>
          <a:spcPts val="600"/>
        </a:spcBef>
        <a:spcAft>
          <a:spcPct val="0"/>
        </a:spcAft>
        <a:defRPr sz="2400">
          <a:solidFill>
            <a:srgbClr val="878787"/>
          </a:solidFill>
          <a:latin typeface="+mn-lt"/>
          <a:ea typeface="+mn-ea"/>
          <a:cs typeface="+mn-cs"/>
          <a:sym typeface="Lucida Grande" charset="0"/>
        </a:defRPr>
      </a:lvl9pPr>
    </p:bodyStyle>
    <p:otherStyle>
      <a:defPPr>
        <a:defRPr lang="es-ES"/>
      </a:defPPr>
      <a:lvl1pPr marL="0" algn="l" defTabSz="608241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1pPr>
      <a:lvl2pPr marL="304119" algn="l" defTabSz="608241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608241" algn="l" defTabSz="608241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912359" algn="l" defTabSz="608241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216470" algn="l" defTabSz="608241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520593" algn="l" defTabSz="608241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824708" algn="l" defTabSz="608241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2128825" algn="l" defTabSz="608241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2432941" algn="l" defTabSz="608241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1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74136"/>
            <a:ext cx="10973859" cy="13260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25326" tIns="25326" rIns="25326" bIns="25326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>
                <a:sym typeface="Lucida Grande" charset="0"/>
              </a:rPr>
              <a:t>Click to edit Master title style</a:t>
            </a:r>
          </a:p>
        </p:txBody>
      </p:sp>
      <p:sp>
        <p:nvSpPr>
          <p:cNvPr id="3075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0"/>
            <a:ext cx="10973859" cy="5257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25326" tIns="25326" rIns="25326" bIns="25326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>
                <a:sym typeface="Lucida Grande" charset="0"/>
              </a:rPr>
              <a:t>Click to edit Master text styles</a:t>
            </a:r>
          </a:p>
          <a:p>
            <a:pPr lvl="1"/>
            <a:r>
              <a:rPr lang="en-US">
                <a:sym typeface="Lucida Grande" charset="0"/>
              </a:rPr>
              <a:t>Second level</a:t>
            </a:r>
          </a:p>
          <a:p>
            <a:pPr lvl="2"/>
            <a:r>
              <a:rPr lang="en-US">
                <a:sym typeface="Lucida Grande" charset="0"/>
              </a:rPr>
              <a:t>Third level</a:t>
            </a:r>
          </a:p>
          <a:p>
            <a:pPr lvl="3"/>
            <a:r>
              <a:rPr lang="en-US">
                <a:sym typeface="Lucida Grande" charset="0"/>
              </a:rPr>
              <a:t>Fourth level</a:t>
            </a:r>
          </a:p>
          <a:p>
            <a:pPr lvl="4"/>
            <a:r>
              <a:rPr lang="en-US">
                <a:sym typeface="Lucida Grande" charset="0"/>
              </a:rPr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960331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9" r:id="rId1"/>
    <p:sldLayoutId id="2147483700" r:id="rId2"/>
    <p:sldLayoutId id="2147483701" r:id="rId3"/>
    <p:sldLayoutId id="2147483702" r:id="rId4"/>
    <p:sldLayoutId id="2147483703" r:id="rId5"/>
    <p:sldLayoutId id="2147483704" r:id="rId6"/>
    <p:sldLayoutId id="2147483705" r:id="rId7"/>
    <p:sldLayoutId id="2147483706" r:id="rId8"/>
    <p:sldLayoutId id="2147483707" r:id="rId9"/>
    <p:sldLayoutId id="2147483708" r:id="rId10"/>
    <p:sldLayoutId id="2147483709" r:id="rId11"/>
  </p:sldLayoutIdLst>
  <p:transition/>
  <p:txStyles>
    <p:titleStyle>
      <a:lvl1pPr algn="ctr" rtl="0" eaLnBrk="0" fontAlgn="base" hangingPunct="0">
        <a:spcBef>
          <a:spcPct val="0"/>
        </a:spcBef>
        <a:spcAft>
          <a:spcPct val="0"/>
        </a:spcAft>
        <a:defRPr sz="5866">
          <a:solidFill>
            <a:schemeClr val="tx1"/>
          </a:solidFill>
          <a:latin typeface="+mj-lt"/>
          <a:ea typeface="+mj-ea"/>
          <a:cs typeface="+mj-cs"/>
          <a:sym typeface="Lucida Grande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5866">
          <a:solidFill>
            <a:schemeClr val="tx1"/>
          </a:solidFill>
          <a:latin typeface="Lucida Grande" charset="0"/>
          <a:ea typeface="ヒラギノ角ゴ ProN W3" charset="0"/>
          <a:cs typeface="ヒラギノ角ゴ ProN W3" charset="0"/>
          <a:sym typeface="Lucida Grande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5866">
          <a:solidFill>
            <a:schemeClr val="tx1"/>
          </a:solidFill>
          <a:latin typeface="Lucida Grande" charset="0"/>
          <a:ea typeface="ヒラギノ角ゴ ProN W3" charset="0"/>
          <a:cs typeface="ヒラギノ角ゴ ProN W3" charset="0"/>
          <a:sym typeface="Lucida Grande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5866">
          <a:solidFill>
            <a:schemeClr val="tx1"/>
          </a:solidFill>
          <a:latin typeface="Lucida Grande" charset="0"/>
          <a:ea typeface="ヒラギノ角ゴ ProN W3" charset="0"/>
          <a:cs typeface="ヒラギノ角ゴ ProN W3" charset="0"/>
          <a:sym typeface="Lucida Grande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5866">
          <a:solidFill>
            <a:schemeClr val="tx1"/>
          </a:solidFill>
          <a:latin typeface="Lucida Grande" charset="0"/>
          <a:ea typeface="ヒラギノ角ゴ ProN W3" charset="0"/>
          <a:cs typeface="ヒラギノ角ゴ ProN W3" charset="0"/>
          <a:sym typeface="Lucida Grande" charset="0"/>
        </a:defRPr>
      </a:lvl5pPr>
      <a:lvl6pPr marL="303860" algn="ctr" rtl="0" fontAlgn="base">
        <a:spcBef>
          <a:spcPct val="0"/>
        </a:spcBef>
        <a:spcAft>
          <a:spcPct val="0"/>
        </a:spcAft>
        <a:defRPr sz="5866">
          <a:solidFill>
            <a:schemeClr val="tx1"/>
          </a:solidFill>
          <a:latin typeface="Lucida Grande" charset="0"/>
          <a:ea typeface="ヒラギノ角ゴ ProN W3" charset="0"/>
          <a:cs typeface="ヒラギノ角ゴ ProN W3" charset="0"/>
          <a:sym typeface="Lucida Grande" charset="0"/>
        </a:defRPr>
      </a:lvl6pPr>
      <a:lvl7pPr marL="607721" algn="ctr" rtl="0" fontAlgn="base">
        <a:spcBef>
          <a:spcPct val="0"/>
        </a:spcBef>
        <a:spcAft>
          <a:spcPct val="0"/>
        </a:spcAft>
        <a:defRPr sz="5866">
          <a:solidFill>
            <a:schemeClr val="tx1"/>
          </a:solidFill>
          <a:latin typeface="Lucida Grande" charset="0"/>
          <a:ea typeface="ヒラギノ角ゴ ProN W3" charset="0"/>
          <a:cs typeface="ヒラギノ角ゴ ProN W3" charset="0"/>
          <a:sym typeface="Lucida Grande" charset="0"/>
        </a:defRPr>
      </a:lvl7pPr>
      <a:lvl8pPr marL="911579" algn="ctr" rtl="0" fontAlgn="base">
        <a:spcBef>
          <a:spcPct val="0"/>
        </a:spcBef>
        <a:spcAft>
          <a:spcPct val="0"/>
        </a:spcAft>
        <a:defRPr sz="5866">
          <a:solidFill>
            <a:schemeClr val="tx1"/>
          </a:solidFill>
          <a:latin typeface="Lucida Grande" charset="0"/>
          <a:ea typeface="ヒラギノ角ゴ ProN W3" charset="0"/>
          <a:cs typeface="ヒラギノ角ゴ ProN W3" charset="0"/>
          <a:sym typeface="Lucida Grande" charset="0"/>
        </a:defRPr>
      </a:lvl8pPr>
      <a:lvl9pPr marL="1215433" algn="ctr" rtl="0" fontAlgn="base">
        <a:spcBef>
          <a:spcPct val="0"/>
        </a:spcBef>
        <a:spcAft>
          <a:spcPct val="0"/>
        </a:spcAft>
        <a:defRPr sz="5866">
          <a:solidFill>
            <a:schemeClr val="tx1"/>
          </a:solidFill>
          <a:latin typeface="Lucida Grande" charset="0"/>
          <a:ea typeface="ヒラギノ角ゴ ProN W3" charset="0"/>
          <a:cs typeface="ヒラギノ角ゴ ProN W3" charset="0"/>
          <a:sym typeface="Lucida Grande" charset="0"/>
        </a:defRPr>
      </a:lvl9pPr>
    </p:titleStyle>
    <p:bodyStyle>
      <a:lvl1pPr marL="193081" indent="-170913" algn="l" rtl="0" eaLnBrk="0" fontAlgn="base" hangingPunct="0">
        <a:spcBef>
          <a:spcPts val="1000"/>
        </a:spcBef>
        <a:spcAft>
          <a:spcPct val="0"/>
        </a:spcAft>
        <a:buClr>
          <a:srgbClr val="000000"/>
        </a:buClr>
        <a:buSzPct val="100000"/>
        <a:buFont typeface="Arial" charset="0"/>
        <a:buChar char="•"/>
        <a:defRPr sz="4200">
          <a:solidFill>
            <a:schemeClr val="tx1"/>
          </a:solidFill>
          <a:latin typeface="+mn-lt"/>
          <a:ea typeface="+mn-ea"/>
          <a:cs typeface="+mn-cs"/>
          <a:sym typeface="Lucida Grande" charset="0"/>
        </a:defRPr>
      </a:lvl1pPr>
      <a:lvl2pPr marL="392483" indent="-142432" algn="l" rtl="0" eaLnBrk="0" fontAlgn="base" hangingPunct="0">
        <a:spcBef>
          <a:spcPts val="867"/>
        </a:spcBef>
        <a:spcAft>
          <a:spcPct val="0"/>
        </a:spcAft>
        <a:buClr>
          <a:srgbClr val="000000"/>
        </a:buClr>
        <a:buSzPct val="100000"/>
        <a:buFont typeface="Arial" charset="0"/>
        <a:buChar char="–"/>
        <a:defRPr sz="3666">
          <a:solidFill>
            <a:schemeClr val="tx1"/>
          </a:solidFill>
          <a:latin typeface="+mn-lt"/>
          <a:ea typeface="+mn-ea"/>
          <a:cs typeface="+mn-cs"/>
          <a:sym typeface="Lucida Grande" charset="0"/>
        </a:defRPr>
      </a:lvl2pPr>
      <a:lvl3pPr marL="590838" indent="-113952" algn="l" rtl="0" eaLnBrk="0" fontAlgn="base" hangingPunct="0">
        <a:spcBef>
          <a:spcPts val="733"/>
        </a:spcBef>
        <a:spcAft>
          <a:spcPct val="0"/>
        </a:spcAft>
        <a:buClr>
          <a:srgbClr val="000000"/>
        </a:buClr>
        <a:buSzPct val="100000"/>
        <a:buFont typeface="Arial" charset="0"/>
        <a:buChar char="•"/>
        <a:defRPr sz="3200">
          <a:solidFill>
            <a:schemeClr val="tx1"/>
          </a:solidFill>
          <a:latin typeface="+mn-lt"/>
          <a:ea typeface="+mn-ea"/>
          <a:cs typeface="+mn-cs"/>
          <a:sym typeface="Lucida Grande" charset="0"/>
        </a:defRPr>
      </a:lvl3pPr>
      <a:lvl4pPr marL="818727" indent="-113952" algn="l" rtl="0" eaLnBrk="0" fontAlgn="base" hangingPunct="0">
        <a:spcBef>
          <a:spcPts val="599"/>
        </a:spcBef>
        <a:spcAft>
          <a:spcPct val="0"/>
        </a:spcAft>
        <a:buClr>
          <a:srgbClr val="000000"/>
        </a:buClr>
        <a:buSzPct val="100000"/>
        <a:buFont typeface="Arial" charset="0"/>
        <a:buChar char="–"/>
        <a:defRPr sz="2600">
          <a:solidFill>
            <a:schemeClr val="tx1"/>
          </a:solidFill>
          <a:latin typeface="+mn-lt"/>
          <a:ea typeface="+mn-ea"/>
          <a:cs typeface="+mn-cs"/>
          <a:sym typeface="Lucida Grande" charset="0"/>
        </a:defRPr>
      </a:lvl4pPr>
      <a:lvl5pPr marL="1046619" indent="-113952" algn="l" rtl="0" eaLnBrk="0" fontAlgn="base" hangingPunct="0">
        <a:spcBef>
          <a:spcPts val="599"/>
        </a:spcBef>
        <a:spcAft>
          <a:spcPct val="0"/>
        </a:spcAft>
        <a:buClr>
          <a:srgbClr val="000000"/>
        </a:buClr>
        <a:buSzPct val="100000"/>
        <a:buFont typeface="Arial" charset="0"/>
        <a:buChar char="»"/>
        <a:defRPr sz="2600">
          <a:solidFill>
            <a:schemeClr val="tx1"/>
          </a:solidFill>
          <a:latin typeface="+mn-lt"/>
          <a:ea typeface="+mn-ea"/>
          <a:cs typeface="+mn-cs"/>
          <a:sym typeface="Lucida Grande" charset="0"/>
        </a:defRPr>
      </a:lvl5pPr>
      <a:lvl6pPr marL="1350478" indent="-113952" algn="l" rtl="0" fontAlgn="base">
        <a:spcBef>
          <a:spcPts val="599"/>
        </a:spcBef>
        <a:spcAft>
          <a:spcPct val="0"/>
        </a:spcAft>
        <a:buClr>
          <a:srgbClr val="000000"/>
        </a:buClr>
        <a:buSzPct val="100000"/>
        <a:buFont typeface="Arial" charset="0"/>
        <a:buChar char="»"/>
        <a:defRPr sz="2600">
          <a:solidFill>
            <a:schemeClr val="tx1"/>
          </a:solidFill>
          <a:latin typeface="+mn-lt"/>
          <a:ea typeface="+mn-ea"/>
          <a:cs typeface="+mn-cs"/>
          <a:sym typeface="Lucida Grande" charset="0"/>
        </a:defRPr>
      </a:lvl6pPr>
      <a:lvl7pPr marL="1654329" indent="-113952" algn="l" rtl="0" fontAlgn="base">
        <a:spcBef>
          <a:spcPts val="599"/>
        </a:spcBef>
        <a:spcAft>
          <a:spcPct val="0"/>
        </a:spcAft>
        <a:buClr>
          <a:srgbClr val="000000"/>
        </a:buClr>
        <a:buSzPct val="100000"/>
        <a:buFont typeface="Arial" charset="0"/>
        <a:buChar char="»"/>
        <a:defRPr sz="2600">
          <a:solidFill>
            <a:schemeClr val="tx1"/>
          </a:solidFill>
          <a:latin typeface="+mn-lt"/>
          <a:ea typeface="+mn-ea"/>
          <a:cs typeface="+mn-cs"/>
          <a:sym typeface="Lucida Grande" charset="0"/>
        </a:defRPr>
      </a:lvl7pPr>
      <a:lvl8pPr marL="1958187" indent="-113952" algn="l" rtl="0" fontAlgn="base">
        <a:spcBef>
          <a:spcPts val="599"/>
        </a:spcBef>
        <a:spcAft>
          <a:spcPct val="0"/>
        </a:spcAft>
        <a:buClr>
          <a:srgbClr val="000000"/>
        </a:buClr>
        <a:buSzPct val="100000"/>
        <a:buFont typeface="Arial" charset="0"/>
        <a:buChar char="»"/>
        <a:defRPr sz="2600">
          <a:solidFill>
            <a:schemeClr val="tx1"/>
          </a:solidFill>
          <a:latin typeface="+mn-lt"/>
          <a:ea typeface="+mn-ea"/>
          <a:cs typeface="+mn-cs"/>
          <a:sym typeface="Lucida Grande" charset="0"/>
        </a:defRPr>
      </a:lvl8pPr>
      <a:lvl9pPr marL="2262048" indent="-113952" algn="l" rtl="0" fontAlgn="base">
        <a:spcBef>
          <a:spcPts val="599"/>
        </a:spcBef>
        <a:spcAft>
          <a:spcPct val="0"/>
        </a:spcAft>
        <a:buClr>
          <a:srgbClr val="000000"/>
        </a:buClr>
        <a:buSzPct val="100000"/>
        <a:buFont typeface="Arial" charset="0"/>
        <a:buChar char="»"/>
        <a:defRPr sz="2600">
          <a:solidFill>
            <a:schemeClr val="tx1"/>
          </a:solidFill>
          <a:latin typeface="+mn-lt"/>
          <a:ea typeface="+mn-ea"/>
          <a:cs typeface="+mn-cs"/>
          <a:sym typeface="Lucida Grande" charset="0"/>
        </a:defRPr>
      </a:lvl9pPr>
    </p:bodyStyle>
    <p:otherStyle>
      <a:defPPr>
        <a:defRPr lang="es-ES"/>
      </a:defPPr>
      <a:lvl1pPr marL="0" algn="l" defTabSz="607721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1pPr>
      <a:lvl2pPr marL="303860" algn="l" defTabSz="607721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607721" algn="l" defTabSz="607721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911579" algn="l" defTabSz="607721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215433" algn="l" defTabSz="607721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519292" algn="l" defTabSz="607721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823146" algn="l" defTabSz="607721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2127001" algn="l" defTabSz="607721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2430862" algn="l" defTabSz="607721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D2FBD7-DCF9-4FE1-9280-1643F48B2E74}" type="datetimeFigureOut">
              <a:rPr lang="es-CL" smtClean="0"/>
              <a:t>05-03-26</a:t>
            </a:fld>
            <a:endParaRPr lang="es-CL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6F00BA-1DFE-4515-81A7-40B002E8322F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9239848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1" r:id="rId1"/>
    <p:sldLayoutId id="2147483712" r:id="rId2"/>
    <p:sldLayoutId id="2147483713" r:id="rId3"/>
    <p:sldLayoutId id="2147483714" r:id="rId4"/>
    <p:sldLayoutId id="2147483715" r:id="rId5"/>
    <p:sldLayoutId id="2147483716" r:id="rId6"/>
    <p:sldLayoutId id="2147483717" r:id="rId7"/>
    <p:sldLayoutId id="2147483718" r:id="rId8"/>
    <p:sldLayoutId id="2147483719" r:id="rId9"/>
    <p:sldLayoutId id="2147483720" r:id="rId10"/>
    <p:sldLayoutId id="2147483721" r:id="rId11"/>
    <p:sldLayoutId id="2147483722" r:id="rId12"/>
    <p:sldLayoutId id="2147483874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_tradnl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_tradnl"/>
              <a:t>Haga clic para modificar los estilos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E0E66B-1186-B54C-902F-E96940A69590}" type="datetimeFigureOut">
              <a:rPr lang="es-ES_tradnl" smtClean="0"/>
              <a:t>5/3/26</a:t>
            </a:fld>
            <a:endParaRPr lang="es-ES_tradnl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_tradnl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BFD7FD-347F-6846-9D9E-D4F1E9EE1371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0781426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4" r:id="rId1"/>
    <p:sldLayoutId id="2147483725" r:id="rId2"/>
    <p:sldLayoutId id="2147483726" r:id="rId3"/>
    <p:sldLayoutId id="2147483727" r:id="rId4"/>
    <p:sldLayoutId id="2147483728" r:id="rId5"/>
    <p:sldLayoutId id="2147483729" r:id="rId6"/>
    <p:sldLayoutId id="2147483730" r:id="rId7"/>
    <p:sldLayoutId id="2147483731" r:id="rId8"/>
    <p:sldLayoutId id="2147483732" r:id="rId9"/>
    <p:sldLayoutId id="2147483733" r:id="rId10"/>
    <p:sldLayoutId id="2147483734" r:id="rId11"/>
    <p:sldLayoutId id="2147483735" r:id="rId12"/>
    <p:sldLayoutId id="2147483736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_trad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Marcador de título 1">
            <a:extLst>
              <a:ext uri="{FF2B5EF4-FFF2-40B4-BE49-F238E27FC236}">
                <a16:creationId xmlns:a16="http://schemas.microsoft.com/office/drawing/2014/main" id="{00492353-0F8E-44A9-9E8C-224E22347AB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838200" y="365126"/>
            <a:ext cx="10515600" cy="13260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s-ES" altLang="es-CL"/>
              <a:t>Haga clic para modificar el estilo de título del patrón</a:t>
            </a:r>
            <a:endParaRPr lang="es-CL" altLang="es-CL"/>
          </a:p>
        </p:txBody>
      </p:sp>
      <p:sp>
        <p:nvSpPr>
          <p:cNvPr id="13315" name="Marcador de texto 2">
            <a:extLst>
              <a:ext uri="{FF2B5EF4-FFF2-40B4-BE49-F238E27FC236}">
                <a16:creationId xmlns:a16="http://schemas.microsoft.com/office/drawing/2014/main" id="{3EADB61E-5113-435B-AA03-0EA7BE93A85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0" y="1825625"/>
            <a:ext cx="10515600" cy="43518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ES" altLang="es-CL"/>
              <a:t>Haga clic para modificar los estilos de texto del patrón</a:t>
            </a:r>
          </a:p>
          <a:p>
            <a:pPr lvl="1"/>
            <a:r>
              <a:rPr lang="es-ES" altLang="es-CL"/>
              <a:t>Segundo nivel</a:t>
            </a:r>
          </a:p>
          <a:p>
            <a:pPr lvl="2"/>
            <a:r>
              <a:rPr lang="es-ES" altLang="es-CL"/>
              <a:t>Tercer nivel</a:t>
            </a:r>
          </a:p>
          <a:p>
            <a:pPr lvl="3"/>
            <a:r>
              <a:rPr lang="es-ES" altLang="es-CL"/>
              <a:t>Cuarto nivel</a:t>
            </a:r>
          </a:p>
          <a:p>
            <a:pPr lvl="4"/>
            <a:r>
              <a:rPr lang="es-ES" altLang="es-CL"/>
              <a:t>Quinto nivel</a:t>
            </a:r>
            <a:endParaRPr lang="es-CL" alt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E33BAF4-F19F-457B-9B66-715702E6E5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Gill Sans" charset="0"/>
                <a:ea typeface="+mn-ea"/>
                <a:cs typeface="ヒラギノ角ゴ ProN W3" charset="0"/>
                <a:sym typeface="Gill Sans" charset="0"/>
              </a:defRPr>
            </a:lvl1pPr>
          </a:lstStyle>
          <a:p>
            <a:pPr>
              <a:defRPr/>
            </a:pPr>
            <a:fld id="{56018125-BFD0-457A-9D6D-4705A0250144}" type="datetimeFigureOut">
              <a:rPr lang="es-CL"/>
              <a:pPr>
                <a:defRPr/>
              </a:pPr>
              <a:t>05-03-26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F093FEB-88C6-4BAB-A0DA-0E710BFC18A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Gill Sans" charset="0"/>
                <a:ea typeface="+mn-ea"/>
                <a:cs typeface="ヒラギノ角ゴ ProN W3" charset="0"/>
                <a:sym typeface="Gill Sans" charset="0"/>
              </a:defRPr>
            </a:lvl1pPr>
          </a:lstStyle>
          <a:p>
            <a:pPr>
              <a:defRPr/>
            </a:pPr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48DEB78-0E25-48FA-A7FF-78C4EB4757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Gill Sans" charset="0"/>
                <a:ea typeface="+mn-ea"/>
                <a:cs typeface="ヒラギノ角ゴ ProN W3" charset="0"/>
                <a:sym typeface="Gill Sans" charset="0"/>
              </a:defRPr>
            </a:lvl1pPr>
          </a:lstStyle>
          <a:p>
            <a:pPr>
              <a:defRPr/>
            </a:pPr>
            <a:fld id="{E990B295-E4C2-4F53-B205-C2DA766AD685}" type="slidenum">
              <a:rPr lang="es-CL"/>
              <a:pPr>
                <a:defRPr/>
              </a:pPr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7763881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8" r:id="rId1"/>
    <p:sldLayoutId id="2147483739" r:id="rId2"/>
    <p:sldLayoutId id="2147483740" r:id="rId3"/>
    <p:sldLayoutId id="2147483741" r:id="rId4"/>
    <p:sldLayoutId id="2147483742" r:id="rId5"/>
    <p:sldLayoutId id="2147483743" r:id="rId6"/>
    <p:sldLayoutId id="2147483744" r:id="rId7"/>
    <p:sldLayoutId id="2147483745" r:id="rId8"/>
    <p:sldLayoutId id="2147483746" r:id="rId9"/>
    <p:sldLayoutId id="2147483747" r:id="rId10"/>
    <p:sldLayoutId id="2147483748" r:id="rId11"/>
  </p:sldLayoutIdLst>
  <p:txStyles>
    <p:titleStyle>
      <a:lvl1pPr algn="l" defTabSz="914446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defTabSz="914446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2pPr>
      <a:lvl3pPr algn="l" defTabSz="914446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3pPr>
      <a:lvl4pPr algn="l" defTabSz="914446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4pPr>
      <a:lvl5pPr algn="l" defTabSz="914446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5pPr>
      <a:lvl6pPr marL="304815" algn="l" defTabSz="914446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6pPr>
      <a:lvl7pPr marL="609630" algn="l" defTabSz="914446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7pPr>
      <a:lvl8pPr marL="914446" algn="l" defTabSz="914446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8pPr>
      <a:lvl9pPr marL="1219261" algn="l" defTabSz="914446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9pPr>
    </p:titleStyle>
    <p:bodyStyle>
      <a:lvl1pPr marL="228611" indent="-228611" algn="l" defTabSz="914446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34" indent="-228611" algn="l" defTabSz="914446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57" indent="-228611" algn="l" defTabSz="914446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80" indent="-228611" algn="l" defTabSz="914446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503" indent="-228611" algn="l" defTabSz="914446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726" indent="-228611" algn="l" defTabSz="91444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949" indent="-228611" algn="l" defTabSz="91444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171" indent="-228611" algn="l" defTabSz="91444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394" indent="-228611" algn="l" defTabSz="91444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23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46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69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91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114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337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560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783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BDE7763-DB3C-4376-85DB-77293E6F8E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5" y="549276"/>
            <a:ext cx="10515600" cy="55193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s-419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5B1E56-127F-429D-AEC0-790C15AE4F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5325" y="1567008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419" dirty="0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2CADD296-6E4F-4216-BF98-B2B7D3835DCB}"/>
              </a:ext>
            </a:extLst>
          </p:cNvPr>
          <p:cNvSpPr/>
          <p:nvPr userDrawn="1"/>
        </p:nvSpPr>
        <p:spPr>
          <a:xfrm>
            <a:off x="704190" y="-596906"/>
            <a:ext cx="411891" cy="378941"/>
          </a:xfrm>
          <a:prstGeom prst="ellipse">
            <a:avLst/>
          </a:prstGeom>
          <a:solidFill>
            <a:srgbClr val="F4F4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 sz="1911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A922AC3D-9B24-4223-B22B-09AD1120035A}"/>
              </a:ext>
            </a:extLst>
          </p:cNvPr>
          <p:cNvSpPr/>
          <p:nvPr userDrawn="1"/>
        </p:nvSpPr>
        <p:spPr>
          <a:xfrm>
            <a:off x="1313790" y="-596906"/>
            <a:ext cx="411891" cy="378941"/>
          </a:xfrm>
          <a:prstGeom prst="ellipse">
            <a:avLst/>
          </a:prstGeom>
          <a:solidFill>
            <a:srgbClr val="E33B1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 sz="1911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744314BF-9476-441B-8263-B11E434DB26C}"/>
              </a:ext>
            </a:extLst>
          </p:cNvPr>
          <p:cNvSpPr/>
          <p:nvPr userDrawn="1"/>
        </p:nvSpPr>
        <p:spPr>
          <a:xfrm>
            <a:off x="1945161" y="-596906"/>
            <a:ext cx="411891" cy="378941"/>
          </a:xfrm>
          <a:prstGeom prst="ellipse">
            <a:avLst/>
          </a:prstGeom>
          <a:solidFill>
            <a:srgbClr val="3345C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 sz="1911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169F0EE8-3EEA-44E7-B05B-04B60B9195E2}"/>
              </a:ext>
            </a:extLst>
          </p:cNvPr>
          <p:cNvSpPr/>
          <p:nvPr userDrawn="1"/>
        </p:nvSpPr>
        <p:spPr>
          <a:xfrm>
            <a:off x="724287" y="-1196346"/>
            <a:ext cx="411891" cy="378941"/>
          </a:xfrm>
          <a:prstGeom prst="ellipse">
            <a:avLst/>
          </a:prstGeom>
          <a:solidFill>
            <a:srgbClr val="1581C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 sz="1911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1DB5EE36-33F2-4AFF-9C9A-3CED4A6716E9}"/>
              </a:ext>
            </a:extLst>
          </p:cNvPr>
          <p:cNvSpPr/>
          <p:nvPr userDrawn="1"/>
        </p:nvSpPr>
        <p:spPr>
          <a:xfrm>
            <a:off x="1313790" y="-1196346"/>
            <a:ext cx="411891" cy="378941"/>
          </a:xfrm>
          <a:prstGeom prst="ellipse">
            <a:avLst/>
          </a:prstGeom>
          <a:solidFill>
            <a:srgbClr val="ED67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 sz="1911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4F094774-FA11-4DF8-90F9-A955D3284F6D}"/>
              </a:ext>
            </a:extLst>
          </p:cNvPr>
          <p:cNvSpPr/>
          <p:nvPr userDrawn="1"/>
        </p:nvSpPr>
        <p:spPr>
          <a:xfrm>
            <a:off x="1945161" y="-1196346"/>
            <a:ext cx="411891" cy="378941"/>
          </a:xfrm>
          <a:prstGeom prst="ellipse">
            <a:avLst/>
          </a:prstGeom>
          <a:solidFill>
            <a:srgbClr val="FDC40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 sz="1911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28C8A71A-D424-4737-AF51-D3F8E4BA77E2}"/>
              </a:ext>
            </a:extLst>
          </p:cNvPr>
          <p:cNvSpPr/>
          <p:nvPr userDrawn="1"/>
        </p:nvSpPr>
        <p:spPr>
          <a:xfrm>
            <a:off x="2576532" y="-1196346"/>
            <a:ext cx="411891" cy="378941"/>
          </a:xfrm>
          <a:prstGeom prst="ellipse">
            <a:avLst/>
          </a:prstGeom>
          <a:solidFill>
            <a:srgbClr val="0070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 sz="1911"/>
          </a:p>
        </p:txBody>
      </p:sp>
    </p:spTree>
    <p:extLst>
      <p:ext uri="{BB962C8B-B14F-4D97-AF65-F5344CB8AC3E}">
        <p14:creationId xmlns:p14="http://schemas.microsoft.com/office/powerpoint/2010/main" val="28891980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6" r:id="rId1"/>
    <p:sldLayoutId id="2147483847" r:id="rId2"/>
    <p:sldLayoutId id="2147483848" r:id="rId3"/>
    <p:sldLayoutId id="2147483849" r:id="rId4"/>
    <p:sldLayoutId id="2147483850" r:id="rId5"/>
    <p:sldLayoutId id="2147483851" r:id="rId6"/>
    <p:sldLayoutId id="2147483852" r:id="rId7"/>
    <p:sldLayoutId id="2147483853" r:id="rId8"/>
    <p:sldLayoutId id="2147483854" r:id="rId9"/>
    <p:sldLayoutId id="2147483855" r:id="rId10"/>
    <p:sldLayoutId id="2147483856" r:id="rId11"/>
    <p:sldLayoutId id="2147483857" r:id="rId12"/>
    <p:sldLayoutId id="2147483858" r:id="rId13"/>
    <p:sldLayoutId id="2147483859" r:id="rId14"/>
    <p:sldLayoutId id="2147483860" r:id="rId15"/>
    <p:sldLayoutId id="2147483861" r:id="rId16"/>
  </p:sldLayoutIdLst>
  <p:hf hdr="0" ftr="0" dt="0"/>
  <p:txStyles>
    <p:titleStyle>
      <a:lvl1pPr algn="l" defTabSz="914446" rtl="0" eaLnBrk="1" latinLnBrk="0" hangingPunct="1">
        <a:lnSpc>
          <a:spcPct val="90000"/>
        </a:lnSpc>
        <a:spcBef>
          <a:spcPct val="0"/>
        </a:spcBef>
        <a:buNone/>
        <a:defRPr sz="2800" kern="1200">
          <a:solidFill>
            <a:schemeClr val="tx1"/>
          </a:solidFill>
          <a:latin typeface="Montserrat ExtraBold" panose="00000900000000000000" pitchFamily="2" charset="0"/>
          <a:ea typeface="+mj-ea"/>
          <a:cs typeface="+mj-cs"/>
        </a:defRPr>
      </a:lvl1pPr>
    </p:titleStyle>
    <p:bodyStyle>
      <a:lvl1pPr marL="228611" indent="-228611" algn="l" defTabSz="914446" rtl="0" eaLnBrk="1" latinLnBrk="0" hangingPunct="1">
        <a:lnSpc>
          <a:spcPct val="90000"/>
        </a:lnSpc>
        <a:spcBef>
          <a:spcPts val="1000"/>
        </a:spcBef>
        <a:buFontTx/>
        <a:buChar char="–"/>
        <a:defRPr sz="1800" kern="1200">
          <a:solidFill>
            <a:schemeClr val="tx1"/>
          </a:solidFill>
          <a:latin typeface="+mn-lt"/>
          <a:ea typeface="Open Sans SemiBold" panose="020B0706030804020204" pitchFamily="34" charset="0"/>
          <a:cs typeface="Open Sans SemiBold" panose="020B0706030804020204" pitchFamily="34" charset="0"/>
        </a:defRPr>
      </a:lvl1pPr>
      <a:lvl2pPr marL="685834" indent="-228611" algn="l" defTabSz="914446" rtl="0" eaLnBrk="1" latinLnBrk="0" hangingPunct="1">
        <a:lnSpc>
          <a:spcPct val="90000"/>
        </a:lnSpc>
        <a:spcBef>
          <a:spcPts val="500"/>
        </a:spcBef>
        <a:buFontTx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57" indent="-228611" algn="l" defTabSz="914446" rtl="0" eaLnBrk="1" latinLnBrk="0" hangingPunct="1">
        <a:lnSpc>
          <a:spcPct val="90000"/>
        </a:lnSpc>
        <a:spcBef>
          <a:spcPts val="500"/>
        </a:spcBef>
        <a:buFontTx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80" indent="-228611" algn="l" defTabSz="914446" rtl="0" eaLnBrk="1" latinLnBrk="0" hangingPunct="1">
        <a:lnSpc>
          <a:spcPct val="90000"/>
        </a:lnSpc>
        <a:spcBef>
          <a:spcPts val="500"/>
        </a:spcBef>
        <a:buFontTx/>
        <a:buChar char="–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503" indent="-228611" algn="l" defTabSz="914446" rtl="0" eaLnBrk="1" latinLnBrk="0" hangingPunct="1">
        <a:lnSpc>
          <a:spcPct val="90000"/>
        </a:lnSpc>
        <a:spcBef>
          <a:spcPts val="500"/>
        </a:spcBef>
        <a:buFontTx/>
        <a:buChar char="–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726" indent="-228611" algn="l" defTabSz="91444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949" indent="-228611" algn="l" defTabSz="91444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171" indent="-228611" algn="l" defTabSz="91444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394" indent="-228611" algn="l" defTabSz="91444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419"/>
      </a:defPPr>
      <a:lvl1pPr marL="0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23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46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69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91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114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337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560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783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438">
          <p15:clr>
            <a:srgbClr val="F26B43"/>
          </p15:clr>
        </p15:guide>
        <p15:guide id="3" pos="7242">
          <p15:clr>
            <a:srgbClr val="F26B43"/>
          </p15:clr>
        </p15:guide>
        <p15:guide id="4" orient="horz" pos="346">
          <p15:clr>
            <a:srgbClr val="F26B43"/>
          </p15:clr>
        </p15:guide>
        <p15:guide id="5" orient="horz" pos="3974">
          <p15:clr>
            <a:srgbClr val="F26B43"/>
          </p15:clr>
        </p15:guide>
        <p15:guide id="6" pos="3840">
          <p15:clr>
            <a:srgbClr val="F26B43"/>
          </p15:clr>
        </p15:guide>
        <p15:guide id="7" pos="2570">
          <p15:clr>
            <a:srgbClr val="F26B43"/>
          </p15:clr>
        </p15:guide>
        <p15:guide id="8" pos="5110">
          <p15:clr>
            <a:srgbClr val="F26B43"/>
          </p15:clr>
        </p15:guide>
      </p15:sldGuideLst>
    </p:ext>
  </p:extLst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C84C079F-2BB2-425B-9AFC-2A9C437CC5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AE13452-381E-4D88-BF86-0E93432F3C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BA874B5-672D-438D-A38C-28746C229FD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25F8EC-A446-4C15-9EC9-FFECC64DA93B}" type="datetimeFigureOut">
              <a:rPr lang="es-CL" smtClean="0"/>
              <a:t>05-03-26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A8FB60D-04AE-4D98-991E-83DCC142A7F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A47C56F-951C-42DA-94F4-DFC2EADDD2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D1AD91-C859-477A-AF60-7BFE7D922D88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2895442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63" r:id="rId1"/>
    <p:sldLayoutId id="2147483864" r:id="rId2"/>
    <p:sldLayoutId id="2147483865" r:id="rId3"/>
    <p:sldLayoutId id="2147483866" r:id="rId4"/>
    <p:sldLayoutId id="2147483867" r:id="rId5"/>
    <p:sldLayoutId id="2147483868" r:id="rId6"/>
    <p:sldLayoutId id="2147483869" r:id="rId7"/>
    <p:sldLayoutId id="2147483870" r:id="rId8"/>
    <p:sldLayoutId id="2147483871" r:id="rId9"/>
    <p:sldLayoutId id="2147483872" r:id="rId10"/>
    <p:sldLayoutId id="214748387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intinunez@udec.cl" TargetMode="External"/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5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30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30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2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30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30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30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8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eg"/><Relationship Id="rId1" Type="http://schemas.openxmlformats.org/officeDocument/2006/relationships/slideLayout" Target="../slideLayouts/slideLayout30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30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5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eg"/><Relationship Id="rId1" Type="http://schemas.openxmlformats.org/officeDocument/2006/relationships/slideLayout" Target="../slideLayouts/slideLayout30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jpe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30.xml"/><Relationship Id="rId4" Type="http://schemas.openxmlformats.org/officeDocument/2006/relationships/image" Target="../media/image39.jpeg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5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jpeg"/><Relationship Id="rId1" Type="http://schemas.openxmlformats.org/officeDocument/2006/relationships/slideLayout" Target="../slideLayouts/slideLayout30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jpeg"/><Relationship Id="rId2" Type="http://schemas.openxmlformats.org/officeDocument/2006/relationships/image" Target="../media/image42.jpeg"/><Relationship Id="rId1" Type="http://schemas.openxmlformats.org/officeDocument/2006/relationships/slideLayout" Target="../slideLayouts/slideLayout30.xml"/><Relationship Id="rId6" Type="http://schemas.openxmlformats.org/officeDocument/2006/relationships/image" Target="../media/image46.jpeg"/><Relationship Id="rId5" Type="http://schemas.openxmlformats.org/officeDocument/2006/relationships/image" Target="../media/image45.jpeg"/><Relationship Id="rId4" Type="http://schemas.openxmlformats.org/officeDocument/2006/relationships/image" Target="../media/image44.jpe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jpeg"/><Relationship Id="rId1" Type="http://schemas.openxmlformats.org/officeDocument/2006/relationships/slideLayout" Target="../slideLayouts/slideLayout30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jpeg"/><Relationship Id="rId1" Type="http://schemas.openxmlformats.org/officeDocument/2006/relationships/slideLayout" Target="../slideLayouts/slideLayout30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8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88F8C90-C3AD-21A9-6CC0-218AF8F6D5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49438"/>
            <a:ext cx="10515600" cy="1325563"/>
          </a:xfrm>
        </p:spPr>
        <p:txBody>
          <a:bodyPr>
            <a:normAutofit/>
          </a:bodyPr>
          <a:lstStyle/>
          <a:p>
            <a:r>
              <a:rPr lang="es-CL" sz="1800" b="1" dirty="0">
                <a:solidFill>
                  <a:srgbClr val="504FB7"/>
                </a:solidFill>
                <a:latin typeface="Lao Sangam MN" pitchFamily="2" charset="0"/>
                <a:cs typeface="Lao Sangam MN" pitchFamily="2" charset="0"/>
              </a:rPr>
              <a:t>VIRALIZA</a:t>
            </a:r>
            <a:br>
              <a:rPr lang="es-CL" sz="2800" dirty="0">
                <a:latin typeface="Lao Sangam MN" pitchFamily="2" charset="0"/>
                <a:cs typeface="Lao Sangam MN" pitchFamily="2" charset="0"/>
              </a:rPr>
            </a:br>
            <a:r>
              <a:rPr lang="es-CL" sz="2400" dirty="0">
                <a:latin typeface="Raleway" pitchFamily="2" charset="77"/>
              </a:rPr>
              <a:t>VENTURE STUDIO UINN</a:t>
            </a:r>
            <a:br>
              <a:rPr lang="es-CL" sz="2700" dirty="0">
                <a:latin typeface="Raleway" pitchFamily="2" charset="77"/>
              </a:rPr>
            </a:br>
            <a:r>
              <a:rPr lang="es-CL" sz="2000" dirty="0">
                <a:latin typeface="Raleway" pitchFamily="2" charset="77"/>
              </a:rPr>
              <a:t>Programa de financiamiento especializado para startups.</a:t>
            </a:r>
            <a:r>
              <a:rPr lang="es-CL" sz="2000" dirty="0">
                <a:effectLst/>
                <a:latin typeface="Raleway" pitchFamily="2" charset="77"/>
              </a:rPr>
              <a:t> </a:t>
            </a:r>
            <a:endParaRPr lang="es-CL" sz="2700" dirty="0">
              <a:latin typeface="Raleway" pitchFamily="2" charset="77"/>
              <a:cs typeface="Lao Sangam MN" pitchFamily="2" charset="0"/>
            </a:endParaRPr>
          </a:p>
        </p:txBody>
      </p:sp>
      <p:sp>
        <p:nvSpPr>
          <p:cNvPr id="4" name="Freeform 6">
            <a:extLst>
              <a:ext uri="{FF2B5EF4-FFF2-40B4-BE49-F238E27FC236}">
                <a16:creationId xmlns:a16="http://schemas.microsoft.com/office/drawing/2014/main" id="{E6E937C4-0EE0-1AB1-69A6-F93E72D47C99}"/>
              </a:ext>
            </a:extLst>
          </p:cNvPr>
          <p:cNvSpPr/>
          <p:nvPr/>
        </p:nvSpPr>
        <p:spPr>
          <a:xfrm>
            <a:off x="9900027" y="749438"/>
            <a:ext cx="1453773" cy="1043295"/>
          </a:xfrm>
          <a:custGeom>
            <a:avLst/>
            <a:gdLst/>
            <a:ahLst/>
            <a:cxnLst/>
            <a:rect l="l" t="t" r="r" b="b"/>
            <a:pathLst>
              <a:path w="3643312" h="2614612">
                <a:moveTo>
                  <a:pt x="0" y="0"/>
                </a:moveTo>
                <a:lnTo>
                  <a:pt x="3643312" y="0"/>
                </a:lnTo>
                <a:lnTo>
                  <a:pt x="3643312" y="2614613"/>
                </a:lnTo>
                <a:lnTo>
                  <a:pt x="0" y="261461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L" sz="120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B501B132-CCC4-F801-D8E4-239CCD23112D}"/>
              </a:ext>
            </a:extLst>
          </p:cNvPr>
          <p:cNvSpPr txBox="1"/>
          <p:nvPr/>
        </p:nvSpPr>
        <p:spPr>
          <a:xfrm>
            <a:off x="838200" y="2451652"/>
            <a:ext cx="5257800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dirty="0">
                <a:latin typeface="Raleway" pitchFamily="2" charset="77"/>
              </a:rPr>
              <a:t>CLASE N° 4</a:t>
            </a:r>
          </a:p>
          <a:p>
            <a:r>
              <a:rPr lang="es-419" dirty="0">
                <a:latin typeface="Raleway" pitchFamily="2" charset="77"/>
              </a:rPr>
              <a:t>Objetivos y resultados clave</a:t>
            </a:r>
            <a:endParaRPr lang="es-CL" dirty="0">
              <a:latin typeface="Raleway" pitchFamily="2" charset="77"/>
            </a:endParaRPr>
          </a:p>
          <a:p>
            <a:endParaRPr lang="es-CL" dirty="0">
              <a:latin typeface="Raleway" pitchFamily="2" charset="77"/>
            </a:endParaRPr>
          </a:p>
          <a:p>
            <a:endParaRPr lang="es-CL" dirty="0">
              <a:latin typeface="Raleway" pitchFamily="2" charset="77"/>
            </a:endParaRPr>
          </a:p>
          <a:p>
            <a:endParaRPr lang="es-CL" dirty="0">
              <a:latin typeface="Raleway" pitchFamily="2" charset="77"/>
            </a:endParaRPr>
          </a:p>
          <a:p>
            <a:endParaRPr lang="es-CL" dirty="0">
              <a:latin typeface="Raleway" pitchFamily="2" charset="77"/>
            </a:endParaRPr>
          </a:p>
          <a:p>
            <a:endParaRPr lang="es-CL" dirty="0">
              <a:latin typeface="Raleway" pitchFamily="2" charset="77"/>
            </a:endParaRPr>
          </a:p>
          <a:p>
            <a:r>
              <a:rPr lang="es-CL" sz="1400" dirty="0">
                <a:latin typeface="Raleway" pitchFamily="2" charset="77"/>
              </a:rPr>
              <a:t>Inti Núñez </a:t>
            </a:r>
            <a:r>
              <a:rPr lang="es-CL" sz="1400" dirty="0" err="1">
                <a:latin typeface="Raleway" pitchFamily="2" charset="77"/>
              </a:rPr>
              <a:t>Ursic</a:t>
            </a:r>
            <a:endParaRPr lang="es-CL" sz="1400" dirty="0">
              <a:latin typeface="Raleway" pitchFamily="2" charset="77"/>
            </a:endParaRPr>
          </a:p>
          <a:p>
            <a:r>
              <a:rPr lang="es-CL" sz="1200" dirty="0">
                <a:latin typeface="Raleway" pitchFamily="2" charset="77"/>
                <a:hlinkClick r:id="rId3"/>
              </a:rPr>
              <a:t>intinunez@udec.cl</a:t>
            </a:r>
            <a:r>
              <a:rPr lang="es-CL" sz="1200" dirty="0">
                <a:latin typeface="Raleway" pitchFamily="2" charset="77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98205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Resultado de imagen para john doerr okr">
            <a:extLst>
              <a:ext uri="{FF2B5EF4-FFF2-40B4-BE49-F238E27FC236}">
                <a16:creationId xmlns:a16="http://schemas.microsoft.com/office/drawing/2014/main" id="{6C53C6CD-3DB2-47C5-9CDC-E695F51A6AC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20" y="10"/>
            <a:ext cx="12191980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CuadroTexto 1">
            <a:extLst>
              <a:ext uri="{FF2B5EF4-FFF2-40B4-BE49-F238E27FC236}">
                <a16:creationId xmlns:a16="http://schemas.microsoft.com/office/drawing/2014/main" id="{08D48F65-B48C-4960-8815-70C78EC67F12}"/>
              </a:ext>
            </a:extLst>
          </p:cNvPr>
          <p:cNvSpPr txBox="1"/>
          <p:nvPr/>
        </p:nvSpPr>
        <p:spPr>
          <a:xfrm>
            <a:off x="6955436" y="1228397"/>
            <a:ext cx="4691921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L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C0C0C0"/>
                </a:highlight>
                <a:uLnTx/>
                <a:uFillTx/>
                <a:latin typeface="Gotham" panose="02000604030000020004" pitchFamily="50" charset="0"/>
                <a:ea typeface="+mn-ea"/>
                <a:cs typeface="+mn-cs"/>
              </a:rPr>
              <a:t>Mayor focalización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highlight>
                <a:srgbClr val="C0C0C0"/>
              </a:highlight>
              <a:uLnTx/>
              <a:uFillTx/>
              <a:latin typeface="Gotham" panose="02000604030000020004" pitchFamily="50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L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C0C0C0"/>
                </a:highlight>
                <a:uLnTx/>
                <a:uFillTx/>
                <a:latin typeface="Gotham" panose="02000604030000020004" pitchFamily="50" charset="0"/>
                <a:ea typeface="+mn-ea"/>
                <a:cs typeface="+mn-cs"/>
              </a:rPr>
              <a:t>Conectado con logros directos de la empresa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highlight>
                <a:srgbClr val="C0C0C0"/>
              </a:highlight>
              <a:uLnTx/>
              <a:uFillTx/>
              <a:latin typeface="Gotham" panose="02000604030000020004" pitchFamily="50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L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C0C0C0"/>
                </a:highlight>
                <a:uLnTx/>
                <a:uFillTx/>
                <a:latin typeface="Gotham" panose="02000604030000020004" pitchFamily="50" charset="0"/>
                <a:ea typeface="+mn-ea"/>
                <a:cs typeface="+mn-cs"/>
              </a:rPr>
              <a:t>Distribuido en la organización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highlight>
                <a:srgbClr val="C0C0C0"/>
              </a:highlight>
              <a:uLnTx/>
              <a:uFillTx/>
              <a:latin typeface="Gotham" panose="02000604030000020004" pitchFamily="50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L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C0C0C0"/>
                </a:highlight>
                <a:uLnTx/>
                <a:uFillTx/>
                <a:latin typeface="Gotham" panose="02000604030000020004" pitchFamily="50" charset="0"/>
                <a:ea typeface="+mn-ea"/>
                <a:cs typeface="+mn-cs"/>
              </a:rPr>
              <a:t>Con aprendizaje constante</a:t>
            </a:r>
          </a:p>
        </p:txBody>
      </p:sp>
    </p:spTree>
    <p:extLst>
      <p:ext uri="{BB962C8B-B14F-4D97-AF65-F5344CB8AC3E}">
        <p14:creationId xmlns:p14="http://schemas.microsoft.com/office/powerpoint/2010/main" val="30569551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7F2249F7-3D6B-F6DE-99F4-62F9C6BCA0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>
                <a:latin typeface="Raleway" pitchFamily="2" charset="77"/>
              </a:rPr>
              <a:t>Objetivos y resultados clave</a:t>
            </a:r>
          </a:p>
        </p:txBody>
      </p:sp>
    </p:spTree>
    <p:extLst>
      <p:ext uri="{BB962C8B-B14F-4D97-AF65-F5344CB8AC3E}">
        <p14:creationId xmlns:p14="http://schemas.microsoft.com/office/powerpoint/2010/main" val="6240109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3858C94-5C1B-4BFF-9E5C-F6F9901080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s-CL" sz="4400" dirty="0">
                <a:latin typeface="Gotham" panose="02000604030000020004" pitchFamily="50" charset="0"/>
              </a:rPr>
              <a:t>[ ¿Qué son los </a:t>
            </a:r>
            <a:r>
              <a:rPr lang="es-CL" sz="4400" dirty="0" err="1">
                <a:latin typeface="Gotham" panose="02000604030000020004" pitchFamily="50" charset="0"/>
              </a:rPr>
              <a:t>OKRs</a:t>
            </a:r>
            <a:r>
              <a:rPr lang="es-CL" sz="4400" dirty="0">
                <a:latin typeface="Gotham" panose="02000604030000020004" pitchFamily="50" charset="0"/>
              </a:rPr>
              <a:t>? ]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FD1F6441-C35F-426E-9B8A-F7B40C0CBA22}"/>
              </a:ext>
            </a:extLst>
          </p:cNvPr>
          <p:cNvSpPr/>
          <p:nvPr/>
        </p:nvSpPr>
        <p:spPr>
          <a:xfrm>
            <a:off x="5064369" y="1839356"/>
            <a:ext cx="6518031" cy="4049332"/>
          </a:xfrm>
          <a:prstGeom prst="rect">
            <a:avLst/>
          </a:prstGeom>
        </p:spPr>
        <p:txBody>
          <a:bodyPr wrap="square" lIns="108733" tIns="54365" rIns="108733" bIns="54365">
            <a:spAutoFit/>
          </a:bodyPr>
          <a:lstStyle/>
          <a:p>
            <a:pPr lvl="0" defTabSz="543721"/>
            <a:r>
              <a:rPr lang="es-CL" sz="1600" dirty="0">
                <a:solidFill>
                  <a:srgbClr val="000000"/>
                </a:solidFill>
                <a:latin typeface="Gotham" panose="02000604030000020004" pitchFamily="50" charset="0"/>
                <a:cs typeface="TradeGothic Light"/>
              </a:rPr>
              <a:t>OKR son las siglas en inglés de </a:t>
            </a:r>
            <a:r>
              <a:rPr lang="es-CL" sz="1600" dirty="0" err="1">
                <a:solidFill>
                  <a:srgbClr val="000000"/>
                </a:solidFill>
                <a:latin typeface="Gotham" panose="02000604030000020004" pitchFamily="50" charset="0"/>
                <a:cs typeface="TradeGothic Light"/>
              </a:rPr>
              <a:t>Objectives</a:t>
            </a:r>
            <a:r>
              <a:rPr lang="es-CL" sz="1600" dirty="0">
                <a:solidFill>
                  <a:srgbClr val="000000"/>
                </a:solidFill>
                <a:latin typeface="Gotham" panose="02000604030000020004" pitchFamily="50" charset="0"/>
                <a:cs typeface="TradeGothic Light"/>
              </a:rPr>
              <a:t> and Key </a:t>
            </a:r>
            <a:r>
              <a:rPr lang="es-CL" sz="1600" dirty="0" err="1">
                <a:solidFill>
                  <a:srgbClr val="000000"/>
                </a:solidFill>
                <a:latin typeface="Gotham" panose="02000604030000020004" pitchFamily="50" charset="0"/>
                <a:cs typeface="TradeGothic Light"/>
              </a:rPr>
              <a:t>Results</a:t>
            </a:r>
            <a:r>
              <a:rPr lang="es-CL" sz="1600" dirty="0">
                <a:solidFill>
                  <a:srgbClr val="000000"/>
                </a:solidFill>
                <a:latin typeface="Gotham" panose="02000604030000020004" pitchFamily="50" charset="0"/>
                <a:cs typeface="TradeGothic Light"/>
              </a:rPr>
              <a:t>, que en español traduce como objetivos y resultados clave, estos son objetivos que se ponen las personas para lograr crecimiento y mejora en los diferentes ámbitos de la vida: personal, laboral, económico, profesional, etc.</a:t>
            </a:r>
          </a:p>
          <a:p>
            <a:pPr lvl="0" defTabSz="543721"/>
            <a:endParaRPr lang="es-CL" sz="1600" dirty="0">
              <a:solidFill>
                <a:srgbClr val="000000"/>
              </a:solidFill>
              <a:latin typeface="Gotham" panose="02000604030000020004" pitchFamily="50" charset="0"/>
              <a:cs typeface="TradeGothic Light"/>
            </a:endParaRPr>
          </a:p>
          <a:p>
            <a:pPr lvl="0" defTabSz="543721"/>
            <a:r>
              <a:rPr lang="es-CL" sz="1600" dirty="0">
                <a:solidFill>
                  <a:srgbClr val="000000"/>
                </a:solidFill>
                <a:latin typeface="Gotham" panose="02000604030000020004" pitchFamily="50" charset="0"/>
                <a:cs typeface="TradeGothic Light"/>
              </a:rPr>
              <a:t>Los OKR se diferencian de herramientas de productividad como los </a:t>
            </a:r>
            <a:r>
              <a:rPr lang="es-CL" sz="1600" dirty="0" err="1">
                <a:solidFill>
                  <a:srgbClr val="000000"/>
                </a:solidFill>
                <a:latin typeface="Gotham" panose="02000604030000020004" pitchFamily="50" charset="0"/>
                <a:cs typeface="TradeGothic Light"/>
              </a:rPr>
              <a:t>TODO's</a:t>
            </a:r>
            <a:r>
              <a:rPr lang="es-CL" sz="1600" dirty="0">
                <a:solidFill>
                  <a:srgbClr val="000000"/>
                </a:solidFill>
                <a:latin typeface="Gotham" panose="02000604030000020004" pitchFamily="50" charset="0"/>
                <a:cs typeface="TradeGothic Light"/>
              </a:rPr>
              <a:t> (lista de cosas por hacer) porque los segundos son acciones, mientras que los primeros son los resultados obtenidos por estas acciones.</a:t>
            </a:r>
          </a:p>
          <a:p>
            <a:pPr lvl="0" defTabSz="543721"/>
            <a:endParaRPr kumimoji="0" lang="es-CL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otham" panose="02000604030000020004" pitchFamily="50" charset="0"/>
              <a:cs typeface="TradeGothic Light"/>
            </a:endParaRPr>
          </a:p>
          <a:p>
            <a:pPr lvl="0" defTabSz="543721"/>
            <a:r>
              <a:rPr lang="es-CL" sz="1600" dirty="0">
                <a:solidFill>
                  <a:srgbClr val="000000"/>
                </a:solidFill>
                <a:latin typeface="Gotham" panose="02000604030000020004" pitchFamily="50" charset="0"/>
                <a:cs typeface="TradeGothic Light"/>
              </a:rPr>
              <a:t>Los OKR fueron creados en Intel por </a:t>
            </a:r>
            <a:r>
              <a:rPr lang="es-CL" sz="1600" b="1" dirty="0">
                <a:solidFill>
                  <a:srgbClr val="000000"/>
                </a:solidFill>
                <a:latin typeface="Gotham" panose="02000604030000020004" pitchFamily="50" charset="0"/>
                <a:cs typeface="TradeGothic Light"/>
              </a:rPr>
              <a:t>Andy Grove </a:t>
            </a:r>
            <a:r>
              <a:rPr lang="es-CL" sz="1600" dirty="0">
                <a:solidFill>
                  <a:srgbClr val="000000"/>
                </a:solidFill>
                <a:latin typeface="Gotham" panose="02000604030000020004" pitchFamily="50" charset="0"/>
                <a:cs typeface="TradeGothic Light"/>
              </a:rPr>
              <a:t>(CEO) y popularizados por el VC </a:t>
            </a:r>
            <a:r>
              <a:rPr lang="es-CL" sz="1600" b="1" dirty="0">
                <a:solidFill>
                  <a:srgbClr val="000000"/>
                </a:solidFill>
                <a:latin typeface="Gotham" panose="02000604030000020004" pitchFamily="50" charset="0"/>
                <a:cs typeface="TradeGothic Light"/>
              </a:rPr>
              <a:t>John </a:t>
            </a:r>
            <a:r>
              <a:rPr lang="es-CL" sz="1600" b="1" dirty="0" err="1">
                <a:solidFill>
                  <a:srgbClr val="000000"/>
                </a:solidFill>
                <a:latin typeface="Gotham" panose="02000604030000020004" pitchFamily="50" charset="0"/>
                <a:cs typeface="TradeGothic Light"/>
              </a:rPr>
              <a:t>Doerr</a:t>
            </a:r>
            <a:r>
              <a:rPr lang="es-CL" sz="1600" dirty="0">
                <a:solidFill>
                  <a:srgbClr val="000000"/>
                </a:solidFill>
                <a:latin typeface="Gotham" panose="02000604030000020004" pitchFamily="50" charset="0"/>
                <a:cs typeface="TradeGothic Light"/>
              </a:rPr>
              <a:t>, y se ha extendido su uso a empresas como Google, LinkedIn​ y Zynga, estos empezaron a usarse en la década de los 90, y hasta el día de hoy muchas empresas lo usan. (</a:t>
            </a:r>
            <a:r>
              <a:rPr lang="es-CL" sz="1600" b="1" dirty="0">
                <a:solidFill>
                  <a:srgbClr val="000000"/>
                </a:solidFill>
                <a:latin typeface="Gotham" panose="02000604030000020004" pitchFamily="50" charset="0"/>
                <a:cs typeface="TradeGothic Light"/>
              </a:rPr>
              <a:t>WIKIPEDIA</a:t>
            </a:r>
            <a:r>
              <a:rPr lang="es-CL" sz="1600" dirty="0">
                <a:solidFill>
                  <a:srgbClr val="000000"/>
                </a:solidFill>
                <a:latin typeface="Gotham" panose="02000604030000020004" pitchFamily="50" charset="0"/>
                <a:cs typeface="TradeGothic Light"/>
              </a:rPr>
              <a:t>)</a:t>
            </a:r>
            <a:endParaRPr kumimoji="0" lang="es-E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otham" panose="02000604030000020004" pitchFamily="50" charset="0"/>
              <a:cs typeface="TradeGothic Light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EF43A9BB-F8C7-4B50-82B3-FA45FD11530B}"/>
              </a:ext>
            </a:extLst>
          </p:cNvPr>
          <p:cNvSpPr txBox="1"/>
          <p:nvPr/>
        </p:nvSpPr>
        <p:spPr>
          <a:xfrm>
            <a:off x="609600" y="3429000"/>
            <a:ext cx="4159348" cy="2572004"/>
          </a:xfrm>
          <a:prstGeom prst="rect">
            <a:avLst/>
          </a:prstGeom>
        </p:spPr>
        <p:txBody>
          <a:bodyPr wrap="square" lIns="108733" tIns="54365" rIns="108733" bIns="54365">
            <a:spAutoFit/>
          </a:bodyPr>
          <a:lstStyle>
            <a:defPPr>
              <a:defRPr lang="es-CL"/>
            </a:defPPr>
            <a:lvl1pPr marR="0" lvl="0" indent="0" defTabSz="543721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6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otham" panose="02000604030000020004" pitchFamily="50" charset="0"/>
                <a:cs typeface="TradeGothic Light"/>
              </a:defRPr>
            </a:lvl1pPr>
          </a:lstStyle>
          <a:p>
            <a:r>
              <a:rPr lang="es-CL" b="1" dirty="0"/>
              <a:t>TEMAS</a:t>
            </a:r>
          </a:p>
          <a:p>
            <a:endParaRPr lang="es-CL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L" dirty="0"/>
              <a:t>Nacen del hacer, son para gestionar el cambio, pero no suplen el análisis, ni la implementación.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L" dirty="0"/>
              <a:t>Necesitan incrustarse en la cultura, y ser utilizados en forma flexible. Por lo mismo hay muchas formas de utilizarlos, de acuerdo al liderazgo y cultura corporativa.</a:t>
            </a:r>
          </a:p>
        </p:txBody>
      </p:sp>
      <p:pic>
        <p:nvPicPr>
          <p:cNvPr id="3" name="Picture 2" descr="OKR, Liderazgo en base a Metas">
            <a:extLst>
              <a:ext uri="{FF2B5EF4-FFF2-40B4-BE49-F238E27FC236}">
                <a16:creationId xmlns:a16="http://schemas.microsoft.com/office/drawing/2014/main" id="{1E173DAB-7785-43C1-8881-DB000014F4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6149" y="1600227"/>
            <a:ext cx="4346249" cy="15652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9221840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236A66-25B4-499B-A6D5-78CED6BA6E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>
                <a:latin typeface="Gotham" panose="02000604030000020004" pitchFamily="50" charset="0"/>
              </a:rPr>
              <a:t>OKRS / Objectives and Key Results</a:t>
            </a:r>
            <a:br>
              <a:rPr lang="es-CL" sz="3600" dirty="0">
                <a:latin typeface="Gotham" panose="02000604030000020004" pitchFamily="50" charset="0"/>
              </a:rPr>
            </a:br>
            <a:r>
              <a:rPr lang="es-CL" sz="3200" dirty="0">
                <a:latin typeface="Gotham" panose="02000604030000020004" pitchFamily="50" charset="0"/>
              </a:rPr>
              <a:t>Objetivos y resultados claves</a:t>
            </a:r>
            <a:endParaRPr lang="es-CL" sz="3600" dirty="0">
              <a:latin typeface="Gotham" panose="02000604030000020004" pitchFamily="50" charset="0"/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FE78E13-5E50-4F2F-8EC0-7DB00881AA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s-CL" sz="2400" dirty="0">
                <a:latin typeface="Gotham" panose="02000604030000020004" pitchFamily="50" charset="0"/>
              </a:rPr>
              <a:t>La propuesta </a:t>
            </a:r>
            <a:r>
              <a:rPr lang="es-CL" sz="2400" b="1" dirty="0" err="1">
                <a:latin typeface="Gotham" panose="02000604030000020004" pitchFamily="50" charset="0"/>
              </a:rPr>
              <a:t>OKRs</a:t>
            </a:r>
            <a:r>
              <a:rPr lang="es-CL" sz="2400" b="1" dirty="0">
                <a:latin typeface="Gotham" panose="02000604030000020004" pitchFamily="50" charset="0"/>
              </a:rPr>
              <a:t> de objetivos y resultados clave </a:t>
            </a:r>
            <a:r>
              <a:rPr lang="es-CL" sz="2400" dirty="0">
                <a:latin typeface="Gotham" panose="02000604030000020004" pitchFamily="50" charset="0"/>
              </a:rPr>
              <a:t>esta centrada en el problema de implementación y gestión del cambio de la estrategia.</a:t>
            </a:r>
          </a:p>
          <a:p>
            <a:pPr marL="0" indent="0">
              <a:buNone/>
            </a:pPr>
            <a:r>
              <a:rPr lang="es-CL" sz="2400" dirty="0">
                <a:latin typeface="Gotham" panose="02000604030000020004" pitchFamily="50" charset="0"/>
              </a:rPr>
              <a:t>Propone la </a:t>
            </a:r>
            <a:r>
              <a:rPr lang="es-CL" sz="2400" b="1" dirty="0">
                <a:latin typeface="Gotham" panose="02000604030000020004" pitchFamily="50" charset="0"/>
              </a:rPr>
              <a:t>deconstrucción</a:t>
            </a:r>
            <a:r>
              <a:rPr lang="es-CL" sz="2400" dirty="0">
                <a:latin typeface="Gotham" panose="02000604030000020004" pitchFamily="50" charset="0"/>
              </a:rPr>
              <a:t> y distribución de objetivos en toda la organización, y su interpretación y compromiso “personal” con resultados claves, los cuales se siguen periódica y transparentemente.</a:t>
            </a:r>
          </a:p>
          <a:p>
            <a:pPr marL="0" indent="0">
              <a:buNone/>
            </a:pPr>
            <a:r>
              <a:rPr lang="es-CL" sz="2400" dirty="0">
                <a:latin typeface="Gotham" panose="02000604030000020004" pitchFamily="50" charset="0"/>
              </a:rPr>
              <a:t>Respecto de los </a:t>
            </a:r>
            <a:r>
              <a:rPr lang="es-CL" sz="2400" b="1" dirty="0" err="1">
                <a:latin typeface="Gotham" panose="02000604030000020004" pitchFamily="50" charset="0"/>
              </a:rPr>
              <a:t>KPIs</a:t>
            </a:r>
            <a:r>
              <a:rPr lang="es-CL" sz="2400" b="1" dirty="0">
                <a:latin typeface="Gotham" panose="02000604030000020004" pitchFamily="50" charset="0"/>
              </a:rPr>
              <a:t> (Key Performance </a:t>
            </a:r>
            <a:r>
              <a:rPr lang="es-CL" sz="2400" b="1" dirty="0" err="1">
                <a:latin typeface="Gotham" panose="02000604030000020004" pitchFamily="50" charset="0"/>
              </a:rPr>
              <a:t>Indicators</a:t>
            </a:r>
            <a:r>
              <a:rPr lang="es-CL" sz="2400" b="1" dirty="0">
                <a:latin typeface="Gotham" panose="02000604030000020004" pitchFamily="50" charset="0"/>
              </a:rPr>
              <a:t>) </a:t>
            </a:r>
            <a:r>
              <a:rPr lang="es-CL" sz="2400" dirty="0">
                <a:latin typeface="Gotham" panose="02000604030000020004" pitchFamily="50" charset="0"/>
              </a:rPr>
              <a:t>están más orientados al logro dinámico, una propuesta de trabajo </a:t>
            </a:r>
            <a:r>
              <a:rPr lang="es-CL" sz="2400" i="1" dirty="0" err="1">
                <a:latin typeface="Gotham" panose="02000604030000020004" pitchFamily="50" charset="0"/>
              </a:rPr>
              <a:t>bottom</a:t>
            </a:r>
            <a:r>
              <a:rPr lang="es-CL" sz="2400" i="1" dirty="0">
                <a:latin typeface="Gotham" panose="02000604030000020004" pitchFamily="50" charset="0"/>
              </a:rPr>
              <a:t> up</a:t>
            </a:r>
            <a:r>
              <a:rPr lang="es-CL" sz="2400" dirty="0">
                <a:latin typeface="Gotham" panose="02000604030000020004" pitchFamily="50" charset="0"/>
              </a:rPr>
              <a:t>.</a:t>
            </a:r>
          </a:p>
          <a:p>
            <a:pPr marL="0" indent="0">
              <a:buNone/>
            </a:pPr>
            <a:r>
              <a:rPr lang="es-CL" sz="2400" dirty="0">
                <a:latin typeface="Gotham" panose="02000604030000020004" pitchFamily="50" charset="0"/>
              </a:rPr>
              <a:t>Permiten aprendizaje dinámico, innovación y participación, además de avances más sustantivos.</a:t>
            </a:r>
          </a:p>
        </p:txBody>
      </p:sp>
    </p:spTree>
    <p:extLst>
      <p:ext uri="{BB962C8B-B14F-4D97-AF65-F5344CB8AC3E}">
        <p14:creationId xmlns:p14="http://schemas.microsoft.com/office/powerpoint/2010/main" val="40121170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87B3076C-96A2-4619-99B6-7F1C7A5EDB2E}"/>
              </a:ext>
            </a:extLst>
          </p:cNvPr>
          <p:cNvSpPr txBox="1"/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es-CL"/>
            </a:defPPr>
            <a:lvl1pPr>
              <a:defRPr sz="4800">
                <a:latin typeface="Gotham" panose="02000604030000020004" pitchFamily="50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/>
                <a:ea typeface="+mn-ea"/>
                <a:cs typeface="+mn-cs"/>
              </a:rPr>
              <a:t>La metodología esta basada en 4 superpoderes…</a:t>
            </a:r>
          </a:p>
        </p:txBody>
      </p:sp>
      <p:pic>
        <p:nvPicPr>
          <p:cNvPr id="3074" name="Picture 2" descr="Megamente | Emol.com">
            <a:extLst>
              <a:ext uri="{FF2B5EF4-FFF2-40B4-BE49-F238E27FC236}">
                <a16:creationId xmlns:a16="http://schemas.microsoft.com/office/drawing/2014/main" id="{9B0FDA0E-A844-44CA-810F-FDC56CB09D3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3" r="1" b="1"/>
          <a:stretch/>
        </p:blipFill>
        <p:spPr bwMode="auto">
          <a:xfrm>
            <a:off x="0" y="1825626"/>
            <a:ext cx="12192000" cy="51315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A26C41C1-E017-4AFF-8877-DC9F85932D40}"/>
              </a:ext>
            </a:extLst>
          </p:cNvPr>
          <p:cNvSpPr txBox="1"/>
          <p:nvPr/>
        </p:nvSpPr>
        <p:spPr>
          <a:xfrm>
            <a:off x="838200" y="2233534"/>
            <a:ext cx="2075120" cy="830997"/>
          </a:xfrm>
          <a:prstGeom prst="rect">
            <a:avLst/>
          </a:prstGeom>
          <a:solidFill>
            <a:srgbClr val="008CE2"/>
          </a:solidFill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L" sz="4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otham" panose="02000604030000020004" pitchFamily="50" charset="0"/>
                <a:ea typeface="+mn-ea"/>
                <a:cs typeface="+mn-cs"/>
              </a:rPr>
              <a:t>FOCO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EC62D1B6-111A-45B3-BAB9-80791E7A3F6E}"/>
              </a:ext>
            </a:extLst>
          </p:cNvPr>
          <p:cNvSpPr txBox="1"/>
          <p:nvPr/>
        </p:nvSpPr>
        <p:spPr>
          <a:xfrm>
            <a:off x="838200" y="3764367"/>
            <a:ext cx="3730765" cy="830997"/>
          </a:xfrm>
          <a:prstGeom prst="rect">
            <a:avLst/>
          </a:prstGeom>
          <a:solidFill>
            <a:srgbClr val="008CE2"/>
          </a:solidFill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L" sz="4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otham" panose="02000604030000020004" pitchFamily="50" charset="0"/>
                <a:ea typeface="+mn-ea"/>
                <a:cs typeface="+mn-cs"/>
              </a:rPr>
              <a:t>PERSONAS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294043D0-1F1D-4479-9002-AF79B1DD4FAE}"/>
              </a:ext>
            </a:extLst>
          </p:cNvPr>
          <p:cNvSpPr txBox="1"/>
          <p:nvPr/>
        </p:nvSpPr>
        <p:spPr>
          <a:xfrm>
            <a:off x="6667131" y="2233534"/>
            <a:ext cx="4686669" cy="830997"/>
          </a:xfrm>
          <a:prstGeom prst="rect">
            <a:avLst/>
          </a:prstGeom>
          <a:solidFill>
            <a:srgbClr val="008CE2"/>
          </a:solidFill>
        </p:spPr>
        <p:txBody>
          <a:bodyPr wrap="non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L" sz="4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otham" panose="02000604030000020004" pitchFamily="50" charset="0"/>
                <a:ea typeface="+mn-ea"/>
                <a:cs typeface="+mn-cs"/>
              </a:rPr>
              <a:t>SEGUIMIENTO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93D6339D-C7C5-4A31-81FD-F520DC923C22}"/>
              </a:ext>
            </a:extLst>
          </p:cNvPr>
          <p:cNvSpPr txBox="1"/>
          <p:nvPr/>
        </p:nvSpPr>
        <p:spPr>
          <a:xfrm>
            <a:off x="8272123" y="3760429"/>
            <a:ext cx="3081677" cy="830997"/>
          </a:xfrm>
          <a:prstGeom prst="rect">
            <a:avLst/>
          </a:prstGeom>
          <a:solidFill>
            <a:srgbClr val="008CE2"/>
          </a:solidFill>
        </p:spPr>
        <p:txBody>
          <a:bodyPr wrap="non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L" sz="4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otham" panose="02000604030000020004" pitchFamily="50" charset="0"/>
                <a:ea typeface="+mn-ea"/>
                <a:cs typeface="+mn-cs"/>
              </a:rPr>
              <a:t>DESAFIO</a:t>
            </a:r>
          </a:p>
        </p:txBody>
      </p:sp>
    </p:spTree>
    <p:extLst>
      <p:ext uri="{BB962C8B-B14F-4D97-AF65-F5344CB8AC3E}">
        <p14:creationId xmlns:p14="http://schemas.microsoft.com/office/powerpoint/2010/main" val="2466102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2CE76550-1D16-4A4E-AC52-06334AF0E632}"/>
              </a:ext>
            </a:extLst>
          </p:cNvPr>
          <p:cNvSpPr/>
          <p:nvPr/>
        </p:nvSpPr>
        <p:spPr>
          <a:xfrm>
            <a:off x="735448" y="693171"/>
            <a:ext cx="10716107" cy="47089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30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L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otham" panose="02000604030000020004" pitchFamily="50" charset="0"/>
                <a:ea typeface="+mn-ea"/>
                <a:cs typeface="+mn-cs"/>
              </a:rPr>
              <a:t>Reglas en la ruta de los OKR: Metas trimestrales / Establecimiento de prioridades #velocidad</a:t>
            </a:r>
          </a:p>
          <a:p>
            <a:pPr marL="0" marR="0" lvl="0" indent="0" algn="l" defTabSz="91430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otham" panose="02000604030000020004" pitchFamily="50" charset="0"/>
              <a:ea typeface="+mn-ea"/>
              <a:cs typeface="+mn-cs"/>
            </a:endParaRPr>
          </a:p>
          <a:p>
            <a:pPr marL="0" marR="0" lvl="0" indent="0" algn="l" defTabSz="91430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otham" panose="02000604030000020004" pitchFamily="50" charset="0"/>
              <a:ea typeface="+mn-ea"/>
              <a:cs typeface="+mn-cs"/>
            </a:endParaRPr>
          </a:p>
          <a:p>
            <a:pPr marL="285721" marR="0" lvl="0" indent="-285721" algn="l" defTabSz="91430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s-C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otham" panose="02000604030000020004" pitchFamily="50" charset="0"/>
                <a:ea typeface="+mn-ea"/>
                <a:cs typeface="+mn-cs"/>
              </a:rPr>
              <a:t>Menos, más grandes, mejores</a:t>
            </a:r>
            <a:r>
              <a:rPr kumimoji="0" lang="es-CL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otham" panose="02000604030000020004" pitchFamily="50" charset="0"/>
                <a:ea typeface="+mn-ea"/>
                <a:cs typeface="+mn-cs"/>
              </a:rPr>
              <a:t>: 3-5 objetivos en cualquier trimestre; mejor hacer 3 cosas bien con velocidad que 5 con mediocridad</a:t>
            </a:r>
          </a:p>
          <a:p>
            <a:pPr marL="285721" marR="0" lvl="0" indent="-285721" algn="l" defTabSz="91430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s-C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otham" panose="02000604030000020004" pitchFamily="50" charset="0"/>
                <a:ea typeface="+mn-ea"/>
                <a:cs typeface="+mn-cs"/>
              </a:rPr>
              <a:t>Los objetivos son transformadores, no aspectos esperados del trabajo</a:t>
            </a:r>
            <a:r>
              <a:rPr kumimoji="0" lang="es-CL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otham" panose="02000604030000020004" pitchFamily="50" charset="0"/>
                <a:ea typeface="+mn-ea"/>
                <a:cs typeface="+mn-cs"/>
              </a:rPr>
              <a:t>. Si fuera un paisajista, no incluiría "mantener el césped verde" como un objetivo.</a:t>
            </a:r>
          </a:p>
          <a:p>
            <a:pPr marL="285721" marR="0" lvl="0" indent="-285721" algn="l" defTabSz="91430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s-C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otham" panose="02000604030000020004" pitchFamily="50" charset="0"/>
                <a:ea typeface="+mn-ea"/>
                <a:cs typeface="+mn-cs"/>
              </a:rPr>
              <a:t>Los resultados clave deben ser concisos, específicos y medibles</a:t>
            </a:r>
            <a:r>
              <a:rPr kumimoji="0" lang="es-CL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otham" panose="02000604030000020004" pitchFamily="50" charset="0"/>
                <a:ea typeface="+mn-ea"/>
                <a:cs typeface="+mn-cs"/>
              </a:rPr>
              <a:t>. El estándar medible significa que es simple determinar "sí, se hizo, no sucedió".</a:t>
            </a:r>
          </a:p>
          <a:p>
            <a:pPr marL="285721" marR="0" lvl="0" indent="-285721" algn="l" defTabSz="91430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s-C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otham" panose="02000604030000020004" pitchFamily="50" charset="0"/>
                <a:ea typeface="+mn-ea"/>
                <a:cs typeface="+mn-cs"/>
              </a:rPr>
              <a:t>Sea agresivo en la fijación de objetivos</a:t>
            </a:r>
            <a:r>
              <a:rPr kumimoji="0" lang="es-CL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otham" panose="02000604030000020004" pitchFamily="50" charset="0"/>
                <a:ea typeface="+mn-ea"/>
                <a:cs typeface="+mn-cs"/>
              </a:rPr>
              <a:t>. El logro no debe estar directamente vinculado a las revisiones / Consejo: Las personas ambiciosas que se quedan cortas serán recompensadas, más que premiar el jugar a lo seguro.</a:t>
            </a:r>
          </a:p>
          <a:p>
            <a:pPr marL="285721" marR="0" lvl="0" indent="-285721" algn="l" defTabSz="91430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s-C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otham" panose="02000604030000020004" pitchFamily="50" charset="0"/>
                <a:ea typeface="+mn-ea"/>
                <a:cs typeface="+mn-cs"/>
              </a:rPr>
              <a:t>Tenga cuidado con los objetivos que tienen consecuencias no deseadas</a:t>
            </a:r>
            <a:r>
              <a:rPr kumimoji="0" lang="es-CL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otham" panose="02000604030000020004" pitchFamily="50" charset="0"/>
                <a:ea typeface="+mn-ea"/>
                <a:cs typeface="+mn-cs"/>
              </a:rPr>
              <a:t>. Vigilar malos incentivos, revise los indicadores, para evitar estas trampas (ejemplo: velocidad de lanzamiento / calidad)</a:t>
            </a:r>
          </a:p>
        </p:txBody>
      </p:sp>
    </p:spTree>
    <p:extLst>
      <p:ext uri="{BB962C8B-B14F-4D97-AF65-F5344CB8AC3E}">
        <p14:creationId xmlns:p14="http://schemas.microsoft.com/office/powerpoint/2010/main" val="28877679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E83DE2C8-FB95-40EA-B236-338CB92151D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EAA003F-DB6E-4FA4-8064-8453AABEED92}" type="slidenum">
              <a:rPr lang="en-US" smtClean="0"/>
              <a:pPr>
                <a:defRPr/>
              </a:pPr>
              <a:t>8</a:t>
            </a:fld>
            <a:endParaRPr lang="en-US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95376C59-E71B-4794-B9A2-2E58AF6E4EDA}"/>
              </a:ext>
            </a:extLst>
          </p:cNvPr>
          <p:cNvSpPr/>
          <p:nvPr/>
        </p:nvSpPr>
        <p:spPr>
          <a:xfrm>
            <a:off x="817521" y="570642"/>
            <a:ext cx="10598753" cy="553997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309"/>
            <a:r>
              <a:rPr lang="es-CL" sz="2400" b="1" dirty="0">
                <a:solidFill>
                  <a:prstClr val="black"/>
                </a:solidFill>
                <a:latin typeface="Gotham" panose="02000604030000020004" pitchFamily="50" charset="0"/>
              </a:rPr>
              <a:t>En resumen los </a:t>
            </a:r>
            <a:r>
              <a:rPr lang="es-CL" sz="2400" b="1" dirty="0" err="1">
                <a:solidFill>
                  <a:prstClr val="black"/>
                </a:solidFill>
                <a:latin typeface="Gotham" panose="02000604030000020004" pitchFamily="50" charset="0"/>
              </a:rPr>
              <a:t>OKRs</a:t>
            </a:r>
            <a:r>
              <a:rPr lang="es-CL" sz="2400" b="1" dirty="0">
                <a:solidFill>
                  <a:prstClr val="black"/>
                </a:solidFill>
                <a:latin typeface="Gotham" panose="02000604030000020004" pitchFamily="50" charset="0"/>
              </a:rPr>
              <a:t> se caracterizan por…</a:t>
            </a:r>
          </a:p>
          <a:p>
            <a:pPr defTabSz="914309"/>
            <a:endParaRPr lang="es-CL" sz="2400" b="1" dirty="0">
              <a:solidFill>
                <a:prstClr val="black"/>
              </a:solidFill>
              <a:latin typeface="Gotham" panose="02000604030000020004" pitchFamily="50" charset="0"/>
            </a:endParaRPr>
          </a:p>
          <a:p>
            <a:pPr marL="285750" indent="-285750" defTabSz="914309">
              <a:buFont typeface="Arial" panose="020B0604020202020204" pitchFamily="34" charset="0"/>
              <a:buChar char="•"/>
            </a:pPr>
            <a:r>
              <a:rPr lang="es-CL" dirty="0">
                <a:solidFill>
                  <a:prstClr val="black"/>
                </a:solidFill>
                <a:latin typeface="Gotham" panose="02000604030000020004" pitchFamily="50" charset="0"/>
              </a:rPr>
              <a:t>Los OKR deben tener resultados </a:t>
            </a:r>
            <a:r>
              <a:rPr lang="es-CL" b="1" dirty="0">
                <a:solidFill>
                  <a:prstClr val="black"/>
                </a:solidFill>
                <a:latin typeface="Gotham" panose="02000604030000020004" pitchFamily="50" charset="0"/>
              </a:rPr>
              <a:t>medibles</a:t>
            </a:r>
            <a:r>
              <a:rPr lang="es-CL" dirty="0">
                <a:solidFill>
                  <a:prstClr val="black"/>
                </a:solidFill>
                <a:latin typeface="Gotham" panose="02000604030000020004" pitchFamily="50" charset="0"/>
              </a:rPr>
              <a:t>, es decir, que se puedan cuantificar por porcentajes, números, binarios, etc.</a:t>
            </a:r>
          </a:p>
          <a:p>
            <a:pPr marL="285750" indent="-285750" defTabSz="914309">
              <a:buFont typeface="Arial" panose="020B0604020202020204" pitchFamily="34" charset="0"/>
              <a:buChar char="•"/>
            </a:pPr>
            <a:r>
              <a:rPr lang="es-CL" dirty="0">
                <a:solidFill>
                  <a:prstClr val="black"/>
                </a:solidFill>
                <a:latin typeface="Gotham" panose="02000604030000020004" pitchFamily="50" charset="0"/>
              </a:rPr>
              <a:t>Deben ser </a:t>
            </a:r>
            <a:r>
              <a:rPr lang="es-CL" b="1" dirty="0">
                <a:solidFill>
                  <a:prstClr val="black"/>
                </a:solidFill>
                <a:latin typeface="Gotham" panose="02000604030000020004" pitchFamily="50" charset="0"/>
              </a:rPr>
              <a:t>ambiciosos</a:t>
            </a:r>
            <a:r>
              <a:rPr lang="es-CL" dirty="0">
                <a:solidFill>
                  <a:prstClr val="black"/>
                </a:solidFill>
                <a:latin typeface="Gotham" panose="02000604030000020004" pitchFamily="50" charset="0"/>
              </a:rPr>
              <a:t>, para que la persona que los tenga asignados tenga que dar lo mejor de si para lograrlo.</a:t>
            </a:r>
          </a:p>
          <a:p>
            <a:pPr marL="285750" indent="-285750" defTabSz="914309">
              <a:buFont typeface="Arial" panose="020B0604020202020204" pitchFamily="34" charset="0"/>
              <a:buChar char="•"/>
            </a:pPr>
            <a:r>
              <a:rPr lang="es-CL" dirty="0">
                <a:solidFill>
                  <a:prstClr val="black"/>
                </a:solidFill>
                <a:latin typeface="Gotham" panose="02000604030000020004" pitchFamily="50" charset="0"/>
              </a:rPr>
              <a:t>Deben ser establecidos con el </a:t>
            </a:r>
            <a:r>
              <a:rPr lang="es-CL" b="1" dirty="0">
                <a:solidFill>
                  <a:prstClr val="black"/>
                </a:solidFill>
                <a:latin typeface="Gotham" panose="02000604030000020004" pitchFamily="50" charset="0"/>
              </a:rPr>
              <a:t>consentimiento</a:t>
            </a:r>
            <a:r>
              <a:rPr lang="es-CL" dirty="0">
                <a:solidFill>
                  <a:prstClr val="black"/>
                </a:solidFill>
                <a:latin typeface="Gotham" panose="02000604030000020004" pitchFamily="50" charset="0"/>
              </a:rPr>
              <a:t> de la persona que quedará con el OKR, es decir, no deben ser impuestos, sino acordados o propuestos.</a:t>
            </a:r>
          </a:p>
          <a:p>
            <a:pPr marL="285750" indent="-285750" defTabSz="914309">
              <a:buFont typeface="Arial" panose="020B0604020202020204" pitchFamily="34" charset="0"/>
              <a:buChar char="•"/>
            </a:pPr>
            <a:r>
              <a:rPr lang="es-CL" dirty="0">
                <a:solidFill>
                  <a:prstClr val="black"/>
                </a:solidFill>
                <a:latin typeface="Gotham" panose="02000604030000020004" pitchFamily="50" charset="0"/>
              </a:rPr>
              <a:t>Miden </a:t>
            </a:r>
            <a:r>
              <a:rPr lang="es-CL" b="1" dirty="0">
                <a:solidFill>
                  <a:prstClr val="black"/>
                </a:solidFill>
                <a:latin typeface="Gotham" panose="02000604030000020004" pitchFamily="50" charset="0"/>
              </a:rPr>
              <a:t>crecimiento</a:t>
            </a:r>
            <a:r>
              <a:rPr lang="es-CL" dirty="0">
                <a:solidFill>
                  <a:prstClr val="black"/>
                </a:solidFill>
                <a:latin typeface="Gotham" panose="02000604030000020004" pitchFamily="50" charset="0"/>
              </a:rPr>
              <a:t>, estos sirven para medir y no deben ser usados para juzgar a una persona en caso de que los OKR no lleguen al porcentaje aceptable.</a:t>
            </a:r>
          </a:p>
          <a:p>
            <a:pPr marL="285750" indent="-285750" defTabSz="914309">
              <a:buFont typeface="Arial" panose="020B0604020202020204" pitchFamily="34" charset="0"/>
              <a:buChar char="•"/>
            </a:pPr>
            <a:r>
              <a:rPr lang="es-CL" dirty="0">
                <a:solidFill>
                  <a:prstClr val="black"/>
                </a:solidFill>
                <a:latin typeface="Gotham" panose="02000604030000020004" pitchFamily="50" charset="0"/>
              </a:rPr>
              <a:t>Son el </a:t>
            </a:r>
            <a:r>
              <a:rPr lang="es-CL" b="1" dirty="0">
                <a:solidFill>
                  <a:prstClr val="black"/>
                </a:solidFill>
                <a:latin typeface="Gotham" panose="02000604030000020004" pitchFamily="50" charset="0"/>
              </a:rPr>
              <a:t>resultado</a:t>
            </a:r>
            <a:r>
              <a:rPr lang="es-CL" dirty="0">
                <a:solidFill>
                  <a:prstClr val="black"/>
                </a:solidFill>
                <a:latin typeface="Gotham" panose="02000604030000020004" pitchFamily="50" charset="0"/>
              </a:rPr>
              <a:t> de una acción o tarea.</a:t>
            </a:r>
          </a:p>
          <a:p>
            <a:pPr marL="285750" indent="-285750" defTabSz="914309">
              <a:buFont typeface="Arial" panose="020B0604020202020204" pitchFamily="34" charset="0"/>
              <a:buChar char="•"/>
            </a:pPr>
            <a:r>
              <a:rPr lang="es-CL" dirty="0">
                <a:solidFill>
                  <a:prstClr val="black"/>
                </a:solidFill>
                <a:latin typeface="Gotham" panose="02000604030000020004" pitchFamily="50" charset="0"/>
              </a:rPr>
              <a:t>Se utilizan para que la persona que los aplique, pueda tener un mejor </a:t>
            </a:r>
            <a:r>
              <a:rPr lang="es-CL" b="1" dirty="0">
                <a:solidFill>
                  <a:prstClr val="black"/>
                </a:solidFill>
                <a:latin typeface="Gotham" panose="02000604030000020004" pitchFamily="50" charset="0"/>
              </a:rPr>
              <a:t>análisis</a:t>
            </a:r>
            <a:r>
              <a:rPr lang="es-CL" dirty="0">
                <a:solidFill>
                  <a:prstClr val="black"/>
                </a:solidFill>
                <a:latin typeface="Gotham" panose="02000604030000020004" pitchFamily="50" charset="0"/>
              </a:rPr>
              <a:t> de lo que está haciendo.</a:t>
            </a:r>
          </a:p>
          <a:p>
            <a:pPr marL="285750" indent="-285750" defTabSz="914309">
              <a:buFont typeface="Arial" panose="020B0604020202020204" pitchFamily="34" charset="0"/>
              <a:buChar char="•"/>
            </a:pPr>
            <a:r>
              <a:rPr lang="es-CL" dirty="0">
                <a:solidFill>
                  <a:prstClr val="black"/>
                </a:solidFill>
                <a:latin typeface="Gotham" panose="02000604030000020004" pitchFamily="50" charset="0"/>
              </a:rPr>
              <a:t>Los OKR deben ser </a:t>
            </a:r>
            <a:r>
              <a:rPr lang="es-CL" b="1" dirty="0">
                <a:solidFill>
                  <a:prstClr val="black"/>
                </a:solidFill>
                <a:latin typeface="Gotham" panose="02000604030000020004" pitchFamily="50" charset="0"/>
              </a:rPr>
              <a:t>simples</a:t>
            </a:r>
            <a:r>
              <a:rPr lang="es-CL" dirty="0">
                <a:solidFill>
                  <a:prstClr val="black"/>
                </a:solidFill>
                <a:latin typeface="Gotham" panose="02000604030000020004" pitchFamily="50" charset="0"/>
              </a:rPr>
              <a:t>, y se recomienda​ aplicar máximo 5 cada periodo (mensual, trimestral, anual).</a:t>
            </a:r>
          </a:p>
          <a:p>
            <a:pPr marL="285750" indent="-285750" defTabSz="914309">
              <a:buFont typeface="Arial" panose="020B0604020202020204" pitchFamily="34" charset="0"/>
              <a:buChar char="•"/>
            </a:pPr>
            <a:r>
              <a:rPr lang="es-CL" dirty="0">
                <a:solidFill>
                  <a:prstClr val="black"/>
                </a:solidFill>
                <a:latin typeface="Gotham" panose="02000604030000020004" pitchFamily="50" charset="0"/>
              </a:rPr>
              <a:t>Los OKR deben ser </a:t>
            </a:r>
            <a:r>
              <a:rPr lang="es-CL" b="1" dirty="0">
                <a:solidFill>
                  <a:prstClr val="black"/>
                </a:solidFill>
                <a:latin typeface="Gotham" panose="02000604030000020004" pitchFamily="50" charset="0"/>
              </a:rPr>
              <a:t>públicos</a:t>
            </a:r>
            <a:r>
              <a:rPr lang="es-CL" dirty="0">
                <a:solidFill>
                  <a:prstClr val="black"/>
                </a:solidFill>
                <a:latin typeface="Gotham" panose="02000604030000020004" pitchFamily="50" charset="0"/>
              </a:rPr>
              <a:t> si se están usando en una organización, esto sirve para que el resto de personas allegadas, puedan ver el crecimiento de dicha persona</a:t>
            </a:r>
          </a:p>
          <a:p>
            <a:pPr marL="285750" indent="-285750" defTabSz="914309">
              <a:buFont typeface="Arial" panose="020B0604020202020204" pitchFamily="34" charset="0"/>
              <a:buChar char="•"/>
            </a:pPr>
            <a:r>
              <a:rPr lang="es-CL" dirty="0">
                <a:solidFill>
                  <a:prstClr val="black"/>
                </a:solidFill>
                <a:latin typeface="Gotham" panose="02000604030000020004" pitchFamily="50" charset="0"/>
              </a:rPr>
              <a:t>Se deben </a:t>
            </a:r>
            <a:r>
              <a:rPr lang="es-CL" b="1" dirty="0">
                <a:solidFill>
                  <a:prstClr val="black"/>
                </a:solidFill>
                <a:latin typeface="Gotham" panose="02000604030000020004" pitchFamily="50" charset="0"/>
              </a:rPr>
              <a:t>actualizar</a:t>
            </a:r>
            <a:r>
              <a:rPr lang="es-CL" dirty="0">
                <a:solidFill>
                  <a:prstClr val="black"/>
                </a:solidFill>
                <a:latin typeface="Gotham" panose="02000604030000020004" pitchFamily="50" charset="0"/>
              </a:rPr>
              <a:t> constantemente, para no perderlos de vista y llevarle un seguimiento rígido.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17344214-B8F6-4230-834E-DAB404AE491A}"/>
              </a:ext>
            </a:extLst>
          </p:cNvPr>
          <p:cNvSpPr txBox="1"/>
          <p:nvPr/>
        </p:nvSpPr>
        <p:spPr>
          <a:xfrm>
            <a:off x="817521" y="6232009"/>
            <a:ext cx="15151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b="1" dirty="0">
                <a:latin typeface="Gotham" panose="02000604030000020004" pitchFamily="50" charset="0"/>
              </a:rPr>
              <a:t>WIKIPEDIA</a:t>
            </a:r>
          </a:p>
        </p:txBody>
      </p:sp>
    </p:spTree>
    <p:extLst>
      <p:ext uri="{BB962C8B-B14F-4D97-AF65-F5344CB8AC3E}">
        <p14:creationId xmlns:p14="http://schemas.microsoft.com/office/powerpoint/2010/main" val="4019837584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107A2C-44FB-9BAC-9501-1969334033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5BC8C0A3-D9E9-3131-AC67-560D32D8E9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s-CL" dirty="0">
                <a:latin typeface="Raleway" pitchFamily="2" charset="77"/>
              </a:rPr>
              <a:t>Foco</a:t>
            </a:r>
          </a:p>
        </p:txBody>
      </p:sp>
    </p:spTree>
    <p:extLst>
      <p:ext uri="{BB962C8B-B14F-4D97-AF65-F5344CB8AC3E}">
        <p14:creationId xmlns:p14="http://schemas.microsoft.com/office/powerpoint/2010/main" val="22917656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0C124EA-A3FB-4614-A728-020CB72DEE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31515"/>
          </a:xfrm>
        </p:spPr>
        <p:txBody>
          <a:bodyPr/>
          <a:lstStyle/>
          <a:p>
            <a:pPr algn="ctr"/>
            <a:r>
              <a:rPr lang="es-CL" b="1" dirty="0">
                <a:latin typeface="Gotham" panose="02000604030000020004" pitchFamily="50" charset="0"/>
              </a:rPr>
              <a:t>4 superpoderes de los </a:t>
            </a:r>
            <a:r>
              <a:rPr lang="es-CL" b="1" dirty="0" err="1">
                <a:latin typeface="Gotham" panose="02000604030000020004" pitchFamily="50" charset="0"/>
              </a:rPr>
              <a:t>OKRs</a:t>
            </a:r>
            <a:endParaRPr lang="es-CL" b="1" dirty="0">
              <a:latin typeface="Gotham" panose="02000604030000020004" pitchFamily="50" charset="0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C30222CD-ACEB-4E6E-B7B7-42B59A419B54}"/>
              </a:ext>
            </a:extLst>
          </p:cNvPr>
          <p:cNvSpPr txBox="1"/>
          <p:nvPr/>
        </p:nvSpPr>
        <p:spPr>
          <a:xfrm>
            <a:off x="509667" y="1813810"/>
            <a:ext cx="3462726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L" sz="28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Gotham" panose="02000604030000020004" pitchFamily="50" charset="0"/>
                <a:ea typeface="+mn-ea"/>
                <a:cs typeface="+mn-cs"/>
              </a:rPr>
              <a:t>FOCO</a:t>
            </a: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s-CL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otham" panose="02000604030000020004" pitchFamily="50" charset="0"/>
                <a:ea typeface="+mn-ea"/>
                <a:cs typeface="+mn-cs"/>
              </a:rPr>
              <a:t>Concentrarse y comprometerse con las prioridades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0FBAF377-6D98-4B61-AC0B-0AAED845EE95}"/>
              </a:ext>
            </a:extLst>
          </p:cNvPr>
          <p:cNvSpPr txBox="1"/>
          <p:nvPr/>
        </p:nvSpPr>
        <p:spPr>
          <a:xfrm>
            <a:off x="5651292" y="4661941"/>
            <a:ext cx="570250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otham" panose="02000604030000020004" pitchFamily="50" charset="0"/>
                <a:ea typeface="+mn-ea"/>
                <a:cs typeface="+mn-cs"/>
              </a:rPr>
              <a:t>Realmente</a:t>
            </a:r>
            <a:r>
              <a:rPr kumimoji="0" lang="es-CL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otham" panose="02000604030000020004" pitchFamily="50" charset="0"/>
                <a:ea typeface="+mn-ea"/>
                <a:cs typeface="+mn-cs"/>
              </a:rPr>
              <a:t> comprometerse con sólo 3 - 5 cosas por periodo pero que tengan real conexión con logros y progreso…</a:t>
            </a:r>
          </a:p>
        </p:txBody>
      </p:sp>
      <p:pic>
        <p:nvPicPr>
          <p:cNvPr id="2050" name="Picture 2" descr="Personas hablando diseño — Vector de stock">
            <a:extLst>
              <a:ext uri="{FF2B5EF4-FFF2-40B4-BE49-F238E27FC236}">
                <a16:creationId xmlns:a16="http://schemas.microsoft.com/office/drawing/2014/main" id="{49B2F40B-1963-4E1A-938C-47C9486E80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51292" y="1500893"/>
            <a:ext cx="3161048" cy="31610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776444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DAE64025-54B2-4DB1-A9FB-A164BC1ED453}"/>
              </a:ext>
            </a:extLst>
          </p:cNvPr>
          <p:cNvSpPr txBox="1"/>
          <p:nvPr/>
        </p:nvSpPr>
        <p:spPr>
          <a:xfrm>
            <a:off x="854439" y="899410"/>
            <a:ext cx="457824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L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otham" panose="02000604030000020004" pitchFamily="50" charset="0"/>
                <a:ea typeface="+mn-ea"/>
                <a:cs typeface="+mn-cs"/>
              </a:rPr>
              <a:t>Objetivos y resultados claves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82DEB580-57A1-4DA1-9ABD-9E4E019B0EB4}"/>
              </a:ext>
            </a:extLst>
          </p:cNvPr>
          <p:cNvSpPr/>
          <p:nvPr/>
        </p:nvSpPr>
        <p:spPr>
          <a:xfrm>
            <a:off x="854439" y="1822819"/>
            <a:ext cx="3867463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L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otham" panose="02000604030000020004" pitchFamily="50" charset="0"/>
                <a:ea typeface="+mn-ea"/>
                <a:cs typeface="+mn-cs"/>
              </a:rPr>
              <a:t>¿Qué es un objetivo?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9394A178-FEB6-4ECD-88AD-D8C786EAD96C}"/>
              </a:ext>
            </a:extLst>
          </p:cNvPr>
          <p:cNvSpPr/>
          <p:nvPr/>
        </p:nvSpPr>
        <p:spPr>
          <a:xfrm>
            <a:off x="4961745" y="1822819"/>
            <a:ext cx="6563194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L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otham" panose="02000604030000020004" pitchFamily="50" charset="0"/>
                <a:ea typeface="+mn-ea"/>
                <a:cs typeface="+mn-cs"/>
              </a:rPr>
              <a:t>¿Qué es un resultado clave?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D78CC4C9-AEF2-479A-B74B-F365C2261C7F}"/>
              </a:ext>
            </a:extLst>
          </p:cNvPr>
          <p:cNvSpPr txBox="1"/>
          <p:nvPr/>
        </p:nvSpPr>
        <p:spPr>
          <a:xfrm>
            <a:off x="854438" y="2548328"/>
            <a:ext cx="3867463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L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otham" panose="02000604030000020004" pitchFamily="50" charset="0"/>
                <a:ea typeface="+mn-ea"/>
                <a:cs typeface="+mn-cs"/>
              </a:rPr>
              <a:t>Es el </a:t>
            </a:r>
            <a:r>
              <a:rPr kumimoji="0" lang="es-CL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otham" panose="02000604030000020004" pitchFamily="50" charset="0"/>
                <a:ea typeface="+mn-ea"/>
                <a:cs typeface="+mn-cs"/>
              </a:rPr>
              <a:t>QUÉ</a:t>
            </a:r>
            <a:r>
              <a:rPr kumimoji="0" lang="es-CL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otham" panose="02000604030000020004" pitchFamily="50" charset="0"/>
                <a:ea typeface="+mn-ea"/>
                <a:cs typeface="+mn-cs"/>
              </a:rPr>
              <a:t>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otham" panose="02000604030000020004" pitchFamily="50" charset="0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s-CL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otham" panose="02000604030000020004" pitchFamily="50" charset="0"/>
                <a:ea typeface="+mn-ea"/>
                <a:cs typeface="+mn-cs"/>
              </a:rPr>
              <a:t>Expresa los objetivos, las intenciones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s-CL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otham" panose="02000604030000020004" pitchFamily="50" charset="0"/>
                <a:ea typeface="+mn-ea"/>
                <a:cs typeface="+mn-cs"/>
              </a:rPr>
              <a:t>Son agresivos pero realistas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s-CL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otham" panose="02000604030000020004" pitchFamily="50" charset="0"/>
                <a:ea typeface="+mn-ea"/>
                <a:cs typeface="+mn-cs"/>
              </a:rPr>
              <a:t>Tienen que ser tangibles, imparciales e inequívocos; si el objetivo se ha cumplido tiene que resultar obvio para un observador racional.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s-CL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otham" panose="02000604030000020004" pitchFamily="50" charset="0"/>
                <a:ea typeface="+mn-ea"/>
                <a:cs typeface="+mn-cs"/>
              </a:rPr>
              <a:t>La consecución exitosa de un objetivo debe proporcionar un valor claro.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s-CL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otham" panose="02000604030000020004" pitchFamily="50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L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otham" panose="02000604030000020004" pitchFamily="50" charset="0"/>
                <a:ea typeface="+mn-ea"/>
                <a:cs typeface="+mn-cs"/>
              </a:rPr>
              <a:t>ÉXITO</a:t>
            </a:r>
            <a:r>
              <a:rPr kumimoji="0" lang="es-CL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otham" panose="02000604030000020004" pitchFamily="50" charset="0"/>
                <a:ea typeface="+mn-ea"/>
                <a:cs typeface="+mn-cs"/>
              </a:rPr>
              <a:t> 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6196B33B-2FD6-4065-A103-0775A70F3EE6}"/>
              </a:ext>
            </a:extLst>
          </p:cNvPr>
          <p:cNvSpPr txBox="1"/>
          <p:nvPr/>
        </p:nvSpPr>
        <p:spPr>
          <a:xfrm>
            <a:off x="4961746" y="2548328"/>
            <a:ext cx="5741232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L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otham" panose="02000604030000020004" pitchFamily="50" charset="0"/>
                <a:ea typeface="+mn-ea"/>
                <a:cs typeface="+mn-cs"/>
              </a:rPr>
              <a:t>Es el </a:t>
            </a:r>
            <a:r>
              <a:rPr kumimoji="0" lang="es-CL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otham" panose="02000604030000020004" pitchFamily="50" charset="0"/>
                <a:ea typeface="+mn-ea"/>
                <a:cs typeface="+mn-cs"/>
              </a:rPr>
              <a:t>CÓMO</a:t>
            </a:r>
            <a:r>
              <a:rPr kumimoji="0" lang="es-CL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otham" panose="02000604030000020004" pitchFamily="50" charset="0"/>
                <a:ea typeface="+mn-ea"/>
                <a:cs typeface="+mn-cs"/>
              </a:rPr>
              <a:t>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otham" panose="02000604030000020004" pitchFamily="50" charset="0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s-CL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otham" panose="02000604030000020004" pitchFamily="50" charset="0"/>
                <a:ea typeface="+mn-ea"/>
                <a:cs typeface="+mn-cs"/>
              </a:rPr>
              <a:t>Expresan hitos en el camino que en caso de alcanzarse harán que el objetivo progrese de manera útil para quienes están involucrados en él.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s-CL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otham" panose="02000604030000020004" pitchFamily="50" charset="0"/>
                <a:ea typeface="+mn-ea"/>
                <a:cs typeface="+mn-cs"/>
              </a:rPr>
              <a:t>Deben describir resultados, no actividades. El indicador debe mostrar el impacto de esa actividad cuando es completada a satisfacción.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s-CL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otham" panose="02000604030000020004" pitchFamily="50" charset="0"/>
                <a:ea typeface="+mn-ea"/>
                <a:cs typeface="+mn-cs"/>
              </a:rPr>
              <a:t>Deben incluir evidencia de su consecución. La prueba ha de estar disponible, ser creíble y fácilmente localizable.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s-CL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otham" panose="02000604030000020004" pitchFamily="50" charset="0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s-CL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otham" panose="02000604030000020004" pitchFamily="50" charset="0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s-CL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otham" panose="02000604030000020004" pitchFamily="50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L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otham" panose="02000604030000020004" pitchFamily="50" charset="0"/>
                <a:ea typeface="+mn-ea"/>
                <a:cs typeface="+mn-cs"/>
              </a:rPr>
              <a:t>PROCESO</a:t>
            </a:r>
          </a:p>
        </p:txBody>
      </p:sp>
    </p:spTree>
    <p:extLst>
      <p:ext uri="{BB962C8B-B14F-4D97-AF65-F5344CB8AC3E}">
        <p14:creationId xmlns:p14="http://schemas.microsoft.com/office/powerpoint/2010/main" val="7308365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DAE64025-54B2-4DB1-A9FB-A164BC1ED453}"/>
              </a:ext>
            </a:extLst>
          </p:cNvPr>
          <p:cNvSpPr txBox="1"/>
          <p:nvPr/>
        </p:nvSpPr>
        <p:spPr>
          <a:xfrm>
            <a:off x="854439" y="899410"/>
            <a:ext cx="457824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L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otham" panose="02000604030000020004" pitchFamily="50" charset="0"/>
                <a:ea typeface="+mn-ea"/>
                <a:cs typeface="+mn-cs"/>
              </a:rPr>
              <a:t>Objetivos y resultados claves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82DEB580-57A1-4DA1-9ABD-9E4E019B0EB4}"/>
              </a:ext>
            </a:extLst>
          </p:cNvPr>
          <p:cNvSpPr/>
          <p:nvPr/>
        </p:nvSpPr>
        <p:spPr>
          <a:xfrm>
            <a:off x="854439" y="1822819"/>
            <a:ext cx="3867463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L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otham" panose="02000604030000020004" pitchFamily="50" charset="0"/>
                <a:ea typeface="+mn-ea"/>
                <a:cs typeface="+mn-cs"/>
              </a:rPr>
              <a:t>¿Qué es un objetivo?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9394A178-FEB6-4ECD-88AD-D8C786EAD96C}"/>
              </a:ext>
            </a:extLst>
          </p:cNvPr>
          <p:cNvSpPr/>
          <p:nvPr/>
        </p:nvSpPr>
        <p:spPr>
          <a:xfrm>
            <a:off x="4961745" y="1822819"/>
            <a:ext cx="6563194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L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otham" panose="02000604030000020004" pitchFamily="50" charset="0"/>
                <a:ea typeface="+mn-ea"/>
                <a:cs typeface="+mn-cs"/>
              </a:rPr>
              <a:t>¿Qué es un resultado clave?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D78CC4C9-AEF2-479A-B74B-F365C2261C7F}"/>
              </a:ext>
            </a:extLst>
          </p:cNvPr>
          <p:cNvSpPr txBox="1"/>
          <p:nvPr/>
        </p:nvSpPr>
        <p:spPr>
          <a:xfrm>
            <a:off x="854438" y="2548328"/>
            <a:ext cx="3867463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L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otham" panose="02000604030000020004" pitchFamily="50" charset="0"/>
                <a:ea typeface="+mn-ea"/>
                <a:cs typeface="+mn-cs"/>
              </a:rPr>
              <a:t>Es una meta más concreta que la visión, es un algo que debemos alcanzar. El principal indicador de éxito final.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otham" panose="02000604030000020004" pitchFamily="50" charset="0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s-CL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otham" panose="02000604030000020004" pitchFamily="50" charset="0"/>
                <a:ea typeface="+mn-ea"/>
                <a:cs typeface="+mn-cs"/>
              </a:rPr>
              <a:t>Ganar el campeonato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s-CL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otham" panose="02000604030000020004" pitchFamily="50" charset="0"/>
                <a:ea typeface="+mn-ea"/>
                <a:cs typeface="+mn-cs"/>
              </a:rPr>
              <a:t>Completar la maratón de Nueva York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s-CL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otham" panose="02000604030000020004" pitchFamily="50" charset="0"/>
                <a:ea typeface="+mn-ea"/>
                <a:cs typeface="+mn-cs"/>
              </a:rPr>
              <a:t>Ser la tercera universidad del país de acuerdo a ranking internacional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s-CL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otham" panose="02000604030000020004" pitchFamily="50" charset="0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s-CL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otham" panose="02000604030000020004" pitchFamily="50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otham" panose="02000604030000020004" pitchFamily="50" charset="0"/>
              <a:ea typeface="+mn-ea"/>
              <a:cs typeface="+mn-cs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6196B33B-2FD6-4065-A103-0775A70F3EE6}"/>
              </a:ext>
            </a:extLst>
          </p:cNvPr>
          <p:cNvSpPr txBox="1"/>
          <p:nvPr/>
        </p:nvSpPr>
        <p:spPr>
          <a:xfrm>
            <a:off x="4961745" y="2548328"/>
            <a:ext cx="6563193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L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otham" panose="02000604030000020004" pitchFamily="50" charset="0"/>
                <a:ea typeface="+mn-ea"/>
                <a:cs typeface="+mn-cs"/>
              </a:rPr>
              <a:t>Es un resultado, indicador, acción en el proceso que es clave para notar avance hacia el objetivo. Los resultados clave, sintetizan en pocos el avance, cumpliendo un </a:t>
            </a:r>
            <a:r>
              <a:rPr kumimoji="0" lang="es-CL" sz="16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otham" panose="02000604030000020004" pitchFamily="50" charset="0"/>
                <a:ea typeface="+mn-ea"/>
                <a:cs typeface="+mn-cs"/>
              </a:rPr>
              <a:t>Pareto (o regla del 80/ 20)</a:t>
            </a:r>
            <a:endParaRPr kumimoji="0" lang="es-CL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otham" panose="02000604030000020004" pitchFamily="50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otham" panose="02000604030000020004" pitchFamily="50" charset="0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s-CL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otham" panose="02000604030000020004" pitchFamily="50" charset="0"/>
                <a:ea typeface="+mn-ea"/>
                <a:cs typeface="+mn-cs"/>
              </a:rPr>
              <a:t>Ganar el campeonato / obtener 42 puntos, el 70% de los puntos de local. No sé puede lesionar más del 10% del equipo principal. Jugador XXX debe jugar 90% de partidos.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s-CL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otham" panose="02000604030000020004" pitchFamily="50" charset="0"/>
                <a:ea typeface="+mn-ea"/>
                <a:cs typeface="+mn-cs"/>
              </a:rPr>
              <a:t>Completar la maratón de Nueva York/ Próximos 6 meses bajar 8 kilos. En abril estar corriendo 18 días 10 kilómetros. Promedio de sueño de 7 horas en abril.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s-CL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otham" panose="02000604030000020004" pitchFamily="50" charset="0"/>
                <a:ea typeface="+mn-ea"/>
                <a:cs typeface="+mn-cs"/>
              </a:rPr>
              <a:t>Ser la tercera universidad del país de acuerdo a ranking internacional. / 25% alumnos postgrado sobre pregrado. 1200 publicaciones año al 2do año. 70% planta no académica. Ingresos por USD 200 millones año.</a:t>
            </a:r>
          </a:p>
        </p:txBody>
      </p:sp>
    </p:spTree>
    <p:extLst>
      <p:ext uri="{BB962C8B-B14F-4D97-AF65-F5344CB8AC3E}">
        <p14:creationId xmlns:p14="http://schemas.microsoft.com/office/powerpoint/2010/main" val="42129083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C2C9B51-A0BA-484D-B9B4-74EDC4FA851C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803413" y="419725"/>
            <a:ext cx="10837725" cy="1214203"/>
          </a:xfrm>
        </p:spPr>
        <p:txBody>
          <a:bodyPr>
            <a:normAutofit fontScale="90000"/>
          </a:bodyPr>
          <a:lstStyle/>
          <a:p>
            <a:r>
              <a:rPr lang="es-CL" dirty="0">
                <a:latin typeface="Gotham" panose="02000604030000020004" pitchFamily="50" charset="0"/>
              </a:rPr>
              <a:t>Los objetivos deben ser </a:t>
            </a:r>
            <a:r>
              <a:rPr lang="es-CL" b="1" dirty="0">
                <a:latin typeface="Gotham" panose="02000604030000020004" pitchFamily="50" charset="0"/>
              </a:rPr>
              <a:t>específicos</a:t>
            </a:r>
            <a:r>
              <a:rPr lang="es-CL" dirty="0">
                <a:latin typeface="Gotham" panose="02000604030000020004" pitchFamily="50" charset="0"/>
              </a:rPr>
              <a:t>, fuertes y agresivos</a:t>
            </a:r>
            <a:endParaRPr lang="es-419" dirty="0">
              <a:latin typeface="Gotham" panose="02000604030000020004" pitchFamily="50" charset="0"/>
            </a:endParaRPr>
          </a:p>
        </p:txBody>
      </p:sp>
      <p:graphicFrame>
        <p:nvGraphicFramePr>
          <p:cNvPr id="2" name="Table 4">
            <a:extLst>
              <a:ext uri="{FF2B5EF4-FFF2-40B4-BE49-F238E27FC236}">
                <a16:creationId xmlns:a16="http://schemas.microsoft.com/office/drawing/2014/main" id="{1D8B8F41-8125-40FF-88A7-EDD78350E80E}"/>
              </a:ext>
            </a:extLst>
          </p:cNvPr>
          <p:cNvGraphicFramePr>
            <a:graphicFrameLocks noGrp="1"/>
          </p:cNvGraphicFramePr>
          <p:nvPr/>
        </p:nvGraphicFramePr>
        <p:xfrm>
          <a:off x="803413" y="2051465"/>
          <a:ext cx="10837725" cy="428096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064049">
                  <a:extLst>
                    <a:ext uri="{9D8B030D-6E8A-4147-A177-3AD203B41FA5}">
                      <a16:colId xmlns:a16="http://schemas.microsoft.com/office/drawing/2014/main" val="2643434457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1869780857"/>
                    </a:ext>
                  </a:extLst>
                </a:gridCol>
                <a:gridCol w="4116076">
                  <a:extLst>
                    <a:ext uri="{9D8B030D-6E8A-4147-A177-3AD203B41FA5}">
                      <a16:colId xmlns:a16="http://schemas.microsoft.com/office/drawing/2014/main" val="3140051835"/>
                    </a:ext>
                  </a:extLst>
                </a:gridCol>
              </a:tblGrid>
              <a:tr h="129328">
                <a:tc>
                  <a:txBody>
                    <a:bodyPr/>
                    <a:lstStyle/>
                    <a:p>
                      <a:pPr marL="0" indent="0">
                        <a:lnSpc>
                          <a:spcPct val="114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s-MX" sz="1200" b="1" kern="1200" dirty="0">
                          <a:solidFill>
                            <a:schemeClr val="bg1"/>
                          </a:solidFill>
                          <a:latin typeface="Gotham" panose="02000604030000020004" pitchFamily="50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LÍNEA</a:t>
                      </a:r>
                    </a:p>
                  </a:txBody>
                  <a:tcPr marL="90000" marR="91424" marT="45712" marB="45712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MX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Gotham" panose="02000604030000020004" pitchFamily="50" charset="0"/>
                          <a:ea typeface="Open Sans SemiBold" panose="020B0706030804020204" pitchFamily="34" charset="0"/>
                          <a:cs typeface="Calibri" panose="020F0502020204030204" pitchFamily="34" charset="0"/>
                          <a:sym typeface="Arial"/>
                        </a:rPr>
                        <a:t>OBJETIVOS</a:t>
                      </a:r>
                    </a:p>
                  </a:txBody>
                  <a:tcPr marL="91424" marR="91424" marT="45712" marB="45712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14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s-MX" sz="1200" b="1" kern="1200" dirty="0">
                          <a:solidFill>
                            <a:schemeClr val="bg1"/>
                          </a:solidFill>
                          <a:latin typeface="Gotham" panose="02000604030000020004" pitchFamily="50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LÍNEA</a:t>
                      </a:r>
                    </a:p>
                  </a:txBody>
                  <a:tcPr marL="91424" marR="91424" marT="45712" marB="45712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7488285"/>
                  </a:ext>
                </a:extLst>
              </a:tr>
              <a:tr h="1624915">
                <a:tc>
                  <a:txBody>
                    <a:bodyPr/>
                    <a:lstStyle/>
                    <a:p>
                      <a:r>
                        <a:rPr lang="es-419" sz="1600" b="1" dirty="0">
                          <a:latin typeface="Gotham" panose="02000604030000020004" pitchFamily="50" charset="0"/>
                        </a:rPr>
                        <a:t>Objetivo: </a:t>
                      </a:r>
                      <a:r>
                        <a:rPr lang="es-419" sz="1600" dirty="0">
                          <a:latin typeface="Gotham" panose="02000604030000020004" pitchFamily="50" charset="0"/>
                        </a:rPr>
                        <a:t>Ganar la </a:t>
                      </a:r>
                      <a:r>
                        <a:rPr lang="es-419" sz="1600" dirty="0" err="1">
                          <a:latin typeface="Gotham" panose="02000604030000020004" pitchFamily="50" charset="0"/>
                        </a:rPr>
                        <a:t>Indy</a:t>
                      </a:r>
                      <a:r>
                        <a:rPr lang="es-419" sz="1600" dirty="0">
                          <a:latin typeface="Gotham" panose="02000604030000020004" pitchFamily="50" charset="0"/>
                        </a:rPr>
                        <a:t> 500.</a:t>
                      </a:r>
                    </a:p>
                    <a:p>
                      <a:endParaRPr lang="es-419" sz="1600" dirty="0">
                        <a:latin typeface="Gotham" panose="02000604030000020004" pitchFamily="50" charset="0"/>
                      </a:endParaRPr>
                    </a:p>
                    <a:p>
                      <a:r>
                        <a:rPr lang="es-419" sz="1600" b="1" dirty="0">
                          <a:latin typeface="Gotham" panose="02000604030000020004" pitchFamily="50" charset="0"/>
                        </a:rPr>
                        <a:t>Resultado clave: </a:t>
                      </a:r>
                      <a:r>
                        <a:rPr lang="es-419" sz="1600" dirty="0">
                          <a:latin typeface="Gotham" panose="02000604030000020004" pitchFamily="50" charset="0"/>
                        </a:rPr>
                        <a:t>Aumentar la velocidad por vuelta.</a:t>
                      </a:r>
                    </a:p>
                    <a:p>
                      <a:endParaRPr lang="es-419" sz="1600" dirty="0">
                        <a:latin typeface="Gotham" panose="02000604030000020004" pitchFamily="50" charset="0"/>
                      </a:endParaRPr>
                    </a:p>
                    <a:p>
                      <a:r>
                        <a:rPr lang="es-419" sz="1600" b="1" dirty="0">
                          <a:latin typeface="Gotham" panose="02000604030000020004" pitchFamily="50" charset="0"/>
                        </a:rPr>
                        <a:t>Resultado clave: </a:t>
                      </a:r>
                      <a:r>
                        <a:rPr lang="es-419" sz="1600" dirty="0">
                          <a:latin typeface="Gotham" panose="02000604030000020004" pitchFamily="50" charset="0"/>
                        </a:rPr>
                        <a:t>Reducir el tiempo en el </a:t>
                      </a:r>
                      <a:r>
                        <a:rPr lang="es-419" sz="1600" i="1" dirty="0" err="1">
                          <a:latin typeface="Gotham" panose="02000604030000020004" pitchFamily="50" charset="0"/>
                        </a:rPr>
                        <a:t>pit</a:t>
                      </a:r>
                      <a:r>
                        <a:rPr lang="es-419" sz="1600" i="1" dirty="0">
                          <a:latin typeface="Gotham" panose="02000604030000020004" pitchFamily="50" charset="0"/>
                        </a:rPr>
                        <a:t> stop</a:t>
                      </a:r>
                      <a:r>
                        <a:rPr lang="es-419" sz="1600" i="0" dirty="0">
                          <a:latin typeface="Gotham" panose="02000604030000020004" pitchFamily="50" charset="0"/>
                        </a:rPr>
                        <a:t>.</a:t>
                      </a:r>
                      <a:endParaRPr lang="es-419" sz="1600" dirty="0">
                        <a:latin typeface="Gotham" panose="02000604030000020004" pitchFamily="50" charset="0"/>
                      </a:endParaRPr>
                    </a:p>
                  </a:txBody>
                  <a:tcPr marL="90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419" sz="1600" b="1" dirty="0">
                          <a:latin typeface="Gotham" panose="02000604030000020004" pitchFamily="50" charset="0"/>
                        </a:rPr>
                        <a:t>Objetivo: </a:t>
                      </a:r>
                      <a:r>
                        <a:rPr lang="es-419" sz="1600" dirty="0">
                          <a:latin typeface="Gotham" panose="02000604030000020004" pitchFamily="50" charset="0"/>
                        </a:rPr>
                        <a:t>Ganar la </a:t>
                      </a:r>
                      <a:r>
                        <a:rPr lang="es-419" sz="1600" dirty="0" err="1">
                          <a:latin typeface="Gotham" panose="02000604030000020004" pitchFamily="50" charset="0"/>
                        </a:rPr>
                        <a:t>Indy</a:t>
                      </a:r>
                      <a:r>
                        <a:rPr lang="es-419" sz="1600" dirty="0">
                          <a:latin typeface="Gotham" panose="02000604030000020004" pitchFamily="50" charset="0"/>
                        </a:rPr>
                        <a:t> 500.</a:t>
                      </a:r>
                    </a:p>
                    <a:p>
                      <a:endParaRPr lang="es-419" sz="1600" dirty="0">
                        <a:latin typeface="Gotham" panose="02000604030000020004" pitchFamily="50" charset="0"/>
                      </a:endParaRPr>
                    </a:p>
                    <a:p>
                      <a:r>
                        <a:rPr lang="es-419" sz="1600" b="1" dirty="0">
                          <a:latin typeface="Gotham" panose="02000604030000020004" pitchFamily="50" charset="0"/>
                        </a:rPr>
                        <a:t>Resultado clave: </a:t>
                      </a:r>
                      <a:r>
                        <a:rPr lang="es-419" sz="1600" dirty="0">
                          <a:latin typeface="Gotham" panose="02000604030000020004" pitchFamily="50" charset="0"/>
                        </a:rPr>
                        <a:t>Aumentar la velocidad media por vuelta un dos por ciento</a:t>
                      </a:r>
                    </a:p>
                    <a:p>
                      <a:endParaRPr lang="es-419" sz="1600" dirty="0">
                        <a:latin typeface="Gotham" panose="02000604030000020004" pitchFamily="50" charset="0"/>
                      </a:endParaRPr>
                    </a:p>
                    <a:p>
                      <a:r>
                        <a:rPr lang="es-419" sz="1600" b="1" dirty="0">
                          <a:latin typeface="Gotham" panose="02000604030000020004" pitchFamily="50" charset="0"/>
                        </a:rPr>
                        <a:t>Resultado clave: </a:t>
                      </a:r>
                      <a:r>
                        <a:rPr lang="es-419" sz="1600" dirty="0">
                          <a:latin typeface="Gotham" panose="02000604030000020004" pitchFamily="50" charset="0"/>
                        </a:rPr>
                        <a:t>Reducir un segundo el tiempo medio en el </a:t>
                      </a:r>
                      <a:r>
                        <a:rPr lang="es-419" sz="1600" i="1" dirty="0" err="1">
                          <a:latin typeface="Gotham" panose="02000604030000020004" pitchFamily="50" charset="0"/>
                        </a:rPr>
                        <a:t>pit</a:t>
                      </a:r>
                      <a:r>
                        <a:rPr lang="es-419" sz="1600" i="1" dirty="0">
                          <a:latin typeface="Gotham" panose="02000604030000020004" pitchFamily="50" charset="0"/>
                        </a:rPr>
                        <a:t> stop</a:t>
                      </a:r>
                      <a:endParaRPr lang="es-419" sz="1600" dirty="0">
                        <a:latin typeface="Gotham" panose="02000604030000020004" pitchFamily="50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419" sz="1600" b="1" dirty="0">
                          <a:latin typeface="Gotham" panose="02000604030000020004" pitchFamily="50" charset="0"/>
                        </a:rPr>
                        <a:t>Objetivo: </a:t>
                      </a:r>
                      <a:r>
                        <a:rPr lang="es-419" sz="1600" dirty="0">
                          <a:latin typeface="Gotham" panose="02000604030000020004" pitchFamily="50" charset="0"/>
                        </a:rPr>
                        <a:t>Ganar la </a:t>
                      </a:r>
                      <a:r>
                        <a:rPr lang="es-419" sz="1600" dirty="0" err="1">
                          <a:latin typeface="Gotham" panose="02000604030000020004" pitchFamily="50" charset="0"/>
                        </a:rPr>
                        <a:t>Indy</a:t>
                      </a:r>
                      <a:r>
                        <a:rPr lang="es-419" sz="1600" dirty="0">
                          <a:latin typeface="Gotham" panose="02000604030000020004" pitchFamily="50" charset="0"/>
                        </a:rPr>
                        <a:t> 500.</a:t>
                      </a:r>
                    </a:p>
                    <a:p>
                      <a:endParaRPr lang="es-419" sz="1600" dirty="0">
                        <a:latin typeface="Gotham" panose="02000604030000020004" pitchFamily="50" charset="0"/>
                      </a:endParaRPr>
                    </a:p>
                    <a:p>
                      <a:r>
                        <a:rPr lang="es-419" sz="1600" b="1" dirty="0">
                          <a:latin typeface="Gotham" panose="02000604030000020004" pitchFamily="50" charset="0"/>
                        </a:rPr>
                        <a:t>Resultado clave: </a:t>
                      </a:r>
                      <a:r>
                        <a:rPr lang="es-419" sz="1600" dirty="0">
                          <a:latin typeface="Gotham" panose="02000604030000020004" pitchFamily="50" charset="0"/>
                        </a:rPr>
                        <a:t>Aumentar la velocidad media por vuelta un dos por ciento</a:t>
                      </a:r>
                    </a:p>
                    <a:p>
                      <a:endParaRPr lang="es-419" sz="1600" dirty="0">
                        <a:latin typeface="Gotham" panose="02000604030000020004" pitchFamily="50" charset="0"/>
                      </a:endParaRPr>
                    </a:p>
                    <a:p>
                      <a:r>
                        <a:rPr lang="es-419" sz="1600" b="1" dirty="0">
                          <a:latin typeface="Gotham" panose="02000604030000020004" pitchFamily="50" charset="0"/>
                        </a:rPr>
                        <a:t>Resultado clave: </a:t>
                      </a:r>
                      <a:r>
                        <a:rPr lang="es-419" sz="1600" dirty="0">
                          <a:latin typeface="Gotham" panose="02000604030000020004" pitchFamily="50" charset="0"/>
                        </a:rPr>
                        <a:t>Probar diez veces en el túnel de viento.</a:t>
                      </a:r>
                    </a:p>
                    <a:p>
                      <a:endParaRPr lang="es-419" sz="1600" dirty="0">
                        <a:latin typeface="Gotham" panose="02000604030000020004" pitchFamily="50" charset="0"/>
                      </a:endParaRPr>
                    </a:p>
                    <a:p>
                      <a:r>
                        <a:rPr lang="es-419" sz="1600" b="1" dirty="0">
                          <a:latin typeface="Gotham" panose="02000604030000020004" pitchFamily="50" charset="0"/>
                        </a:rPr>
                        <a:t>Resultado clave: </a:t>
                      </a:r>
                      <a:r>
                        <a:rPr lang="es-419" sz="1600" dirty="0">
                          <a:latin typeface="Gotham" panose="02000604030000020004" pitchFamily="50" charset="0"/>
                        </a:rPr>
                        <a:t>Reducir un segundo el tiempo medio en el </a:t>
                      </a:r>
                      <a:r>
                        <a:rPr lang="es-419" sz="1600" i="1" dirty="0" err="1">
                          <a:latin typeface="Gotham" panose="02000604030000020004" pitchFamily="50" charset="0"/>
                        </a:rPr>
                        <a:t>pit</a:t>
                      </a:r>
                      <a:r>
                        <a:rPr lang="es-419" sz="1600" i="1" dirty="0">
                          <a:latin typeface="Gotham" panose="02000604030000020004" pitchFamily="50" charset="0"/>
                        </a:rPr>
                        <a:t> stop.</a:t>
                      </a:r>
                      <a:endParaRPr lang="es-419" sz="1600" i="0" dirty="0">
                        <a:latin typeface="Gotham" panose="02000604030000020004" pitchFamily="50" charset="0"/>
                      </a:endParaRPr>
                    </a:p>
                    <a:p>
                      <a:endParaRPr lang="es-419" sz="1600" i="0" dirty="0">
                        <a:latin typeface="Gotham" panose="02000604030000020004" pitchFamily="50" charset="0"/>
                      </a:endParaRPr>
                    </a:p>
                    <a:p>
                      <a:r>
                        <a:rPr lang="es-419" sz="1600" b="1" i="0" dirty="0">
                          <a:latin typeface="Gotham" panose="02000604030000020004" pitchFamily="50" charset="0"/>
                        </a:rPr>
                        <a:t>Resultado clave: </a:t>
                      </a:r>
                      <a:r>
                        <a:rPr lang="es-419" sz="1600" i="0" dirty="0">
                          <a:latin typeface="Gotham" panose="02000604030000020004" pitchFamily="50" charset="0"/>
                        </a:rPr>
                        <a:t>Reducir al cincuenta por ciento los errores en el </a:t>
                      </a:r>
                      <a:r>
                        <a:rPr lang="es-419" sz="1600" i="1" dirty="0" err="1">
                          <a:latin typeface="Gotham" panose="02000604030000020004" pitchFamily="50" charset="0"/>
                        </a:rPr>
                        <a:t>pit</a:t>
                      </a:r>
                      <a:r>
                        <a:rPr lang="es-419" sz="1600" i="1" dirty="0">
                          <a:latin typeface="Gotham" panose="02000604030000020004" pitchFamily="50" charset="0"/>
                        </a:rPr>
                        <a:t> stop</a:t>
                      </a:r>
                      <a:r>
                        <a:rPr lang="es-419" sz="1600" i="0" dirty="0">
                          <a:latin typeface="Gotham" panose="02000604030000020004" pitchFamily="50" charset="0"/>
                        </a:rPr>
                        <a:t>.</a:t>
                      </a:r>
                    </a:p>
                    <a:p>
                      <a:endParaRPr lang="es-419" sz="1600" i="0" dirty="0">
                        <a:latin typeface="Gotham" panose="02000604030000020004" pitchFamily="50" charset="0"/>
                      </a:endParaRPr>
                    </a:p>
                    <a:p>
                      <a:r>
                        <a:rPr lang="es-419" sz="1600" b="1" i="0" dirty="0">
                          <a:latin typeface="Gotham" panose="02000604030000020004" pitchFamily="50" charset="0"/>
                        </a:rPr>
                        <a:t>Resultado clave: </a:t>
                      </a:r>
                      <a:r>
                        <a:rPr lang="es-419" sz="1600" i="0" dirty="0">
                          <a:latin typeface="Gotham" panose="02000604030000020004" pitchFamily="50" charset="0"/>
                        </a:rPr>
                        <a:t>Practicar paradas en el </a:t>
                      </a:r>
                      <a:r>
                        <a:rPr lang="es-419" sz="1600" i="1" dirty="0" err="1">
                          <a:latin typeface="Gotham" panose="02000604030000020004" pitchFamily="50" charset="0"/>
                        </a:rPr>
                        <a:t>pit</a:t>
                      </a:r>
                      <a:r>
                        <a:rPr lang="es-419" sz="1600" i="1" dirty="0">
                          <a:latin typeface="Gotham" panose="02000604030000020004" pitchFamily="50" charset="0"/>
                        </a:rPr>
                        <a:t> stop</a:t>
                      </a:r>
                      <a:r>
                        <a:rPr lang="es-419" sz="1600" i="0" dirty="0">
                          <a:latin typeface="Gotham" panose="02000604030000020004" pitchFamily="50" charset="0"/>
                        </a:rPr>
                        <a:t> una hora por día.</a:t>
                      </a:r>
                      <a:endParaRPr lang="es-419" sz="1600" dirty="0">
                        <a:latin typeface="Gotham" panose="02000604030000020004" pitchFamily="50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757693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1765638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ine y otros fantasmas: Cinecritica: Megamente">
            <a:extLst>
              <a:ext uri="{FF2B5EF4-FFF2-40B4-BE49-F238E27FC236}">
                <a16:creationId xmlns:a16="http://schemas.microsoft.com/office/drawing/2014/main" id="{6A005EA6-DDFC-4292-8C95-CAEA3A3619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BA4184AC-D411-424B-8E04-9342C3D365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779490" cy="6858000"/>
          </a:xfrm>
          <a:prstGeom prst="rect">
            <a:avLst/>
          </a:prstGeom>
        </p:spPr>
      </p:pic>
      <p:sp>
        <p:nvSpPr>
          <p:cNvPr id="4" name="Bocadillo: rectángulo 3">
            <a:extLst>
              <a:ext uri="{FF2B5EF4-FFF2-40B4-BE49-F238E27FC236}">
                <a16:creationId xmlns:a16="http://schemas.microsoft.com/office/drawing/2014/main" id="{91EEE298-DB33-4133-BC1F-BD94F25652F8}"/>
              </a:ext>
            </a:extLst>
          </p:cNvPr>
          <p:cNvSpPr/>
          <p:nvPr/>
        </p:nvSpPr>
        <p:spPr>
          <a:xfrm>
            <a:off x="5246557" y="734518"/>
            <a:ext cx="2165955" cy="1019331"/>
          </a:xfrm>
          <a:prstGeom prst="wedgeRectCallout">
            <a:avLst>
              <a:gd name="adj1" fmla="val 44915"/>
              <a:gd name="adj2" fmla="val 100735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L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badi Extra Light" panose="020B0204020104020204" pitchFamily="34" charset="0"/>
                <a:ea typeface="+mn-ea"/>
                <a:cs typeface="+mn-cs"/>
              </a:rPr>
              <a:t>El objetivo ¿de que depende? ¿Qué es lo más relevante?</a:t>
            </a:r>
          </a:p>
        </p:txBody>
      </p:sp>
      <p:sp>
        <p:nvSpPr>
          <p:cNvPr id="6" name="Bocadillo: rectángulo 5">
            <a:extLst>
              <a:ext uri="{FF2B5EF4-FFF2-40B4-BE49-F238E27FC236}">
                <a16:creationId xmlns:a16="http://schemas.microsoft.com/office/drawing/2014/main" id="{3CFB9F0D-5A6A-4A6D-B695-A97E7815FE56}"/>
              </a:ext>
            </a:extLst>
          </p:cNvPr>
          <p:cNvSpPr/>
          <p:nvPr/>
        </p:nvSpPr>
        <p:spPr>
          <a:xfrm>
            <a:off x="5246557" y="3060492"/>
            <a:ext cx="2165955" cy="1391587"/>
          </a:xfrm>
          <a:prstGeom prst="wedgeRectCallout">
            <a:avLst>
              <a:gd name="adj1" fmla="val 76751"/>
              <a:gd name="adj2" fmla="val 4045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L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badi Extra Light" panose="020B0204020104020204" pitchFamily="34" charset="0"/>
                <a:ea typeface="+mn-ea"/>
                <a:cs typeface="+mn-cs"/>
              </a:rPr>
              <a:t>En un punto crítico ¿Cuál es resultado clave donde me centro?</a:t>
            </a:r>
          </a:p>
        </p:txBody>
      </p:sp>
      <p:sp>
        <p:nvSpPr>
          <p:cNvPr id="5" name="Bocadillo: rectángulo 4">
            <a:extLst>
              <a:ext uri="{FF2B5EF4-FFF2-40B4-BE49-F238E27FC236}">
                <a16:creationId xmlns:a16="http://schemas.microsoft.com/office/drawing/2014/main" id="{1824B411-BF12-44A8-BCFD-527D70AE148B}"/>
              </a:ext>
            </a:extLst>
          </p:cNvPr>
          <p:cNvSpPr/>
          <p:nvPr/>
        </p:nvSpPr>
        <p:spPr>
          <a:xfrm>
            <a:off x="3657599" y="3282846"/>
            <a:ext cx="1451673" cy="674557"/>
          </a:xfrm>
          <a:prstGeom prst="wedgeRectCallout">
            <a:avLst>
              <a:gd name="adj1" fmla="val -83928"/>
              <a:gd name="adj2" fmla="val 38056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L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badi Extra Light" panose="020B0204020104020204" pitchFamily="34" charset="0"/>
                <a:ea typeface="+mn-ea"/>
                <a:cs typeface="+mn-cs"/>
              </a:rPr>
              <a:t>¡ El costillar hoy esta increíble !</a:t>
            </a:r>
          </a:p>
        </p:txBody>
      </p:sp>
      <p:sp>
        <p:nvSpPr>
          <p:cNvPr id="7" name="Bocadillo: rectángulo 6">
            <a:extLst>
              <a:ext uri="{FF2B5EF4-FFF2-40B4-BE49-F238E27FC236}">
                <a16:creationId xmlns:a16="http://schemas.microsoft.com/office/drawing/2014/main" id="{D351380B-FED9-4339-A9B7-3B519FD8A6E3}"/>
              </a:ext>
            </a:extLst>
          </p:cNvPr>
          <p:cNvSpPr/>
          <p:nvPr/>
        </p:nvSpPr>
        <p:spPr>
          <a:xfrm>
            <a:off x="4931763" y="5310266"/>
            <a:ext cx="4272197" cy="1391587"/>
          </a:xfrm>
          <a:prstGeom prst="wedgeRectCallout">
            <a:avLst>
              <a:gd name="adj1" fmla="val 34967"/>
              <a:gd name="adj2" fmla="val -96993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L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badi Extra Light" panose="020B0204020104020204" pitchFamily="34" charset="0"/>
                <a:ea typeface="+mn-ea"/>
                <a:cs typeface="+mn-cs"/>
              </a:rPr>
              <a:t>En estás relaciones causa – efecto están las </a:t>
            </a:r>
            <a:r>
              <a:rPr kumimoji="0" lang="es-C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badi Extra Light" panose="020B0204020104020204" pitchFamily="34" charset="0"/>
                <a:ea typeface="+mn-ea"/>
                <a:cs typeface="+mn-cs"/>
              </a:rPr>
              <a:t>distinciones</a:t>
            </a:r>
            <a:r>
              <a:rPr kumimoji="0" lang="es-CL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badi Extra Light" panose="020B0204020104020204" pitchFamily="34" charset="0"/>
                <a:ea typeface="+mn-ea"/>
                <a:cs typeface="+mn-cs"/>
              </a:rPr>
              <a:t>. Son lo que crea el diferencial basado en aprendizaje del cual viven las empresas realmente notables.</a:t>
            </a:r>
          </a:p>
        </p:txBody>
      </p:sp>
    </p:spTree>
    <p:extLst>
      <p:ext uri="{BB962C8B-B14F-4D97-AF65-F5344CB8AC3E}">
        <p14:creationId xmlns:p14="http://schemas.microsoft.com/office/powerpoint/2010/main" val="142282847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705A23E6-70C8-4F43-901D-9BE34D8BA473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93151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L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otham" panose="02000604030000020004" pitchFamily="50" charset="0"/>
                <a:ea typeface="+mj-ea"/>
                <a:cs typeface="+mj-cs"/>
              </a:rPr>
              <a:t>¿Qué implica?</a:t>
            </a:r>
          </a:p>
        </p:txBody>
      </p:sp>
      <p:grpSp>
        <p:nvGrpSpPr>
          <p:cNvPr id="8" name="Grupo 7">
            <a:extLst>
              <a:ext uri="{FF2B5EF4-FFF2-40B4-BE49-F238E27FC236}">
                <a16:creationId xmlns:a16="http://schemas.microsoft.com/office/drawing/2014/main" id="{E6E7CCDD-728E-492C-BDBF-EDB1E98E8829}"/>
              </a:ext>
            </a:extLst>
          </p:cNvPr>
          <p:cNvGrpSpPr/>
          <p:nvPr/>
        </p:nvGrpSpPr>
        <p:grpSpPr>
          <a:xfrm>
            <a:off x="597108" y="2295629"/>
            <a:ext cx="10997784" cy="4197246"/>
            <a:chOff x="1034321" y="2158584"/>
            <a:chExt cx="10997784" cy="4197246"/>
          </a:xfrm>
        </p:grpSpPr>
        <p:sp>
          <p:nvSpPr>
            <p:cNvPr id="5" name="Rectángulo 4">
              <a:extLst>
                <a:ext uri="{FF2B5EF4-FFF2-40B4-BE49-F238E27FC236}">
                  <a16:creationId xmlns:a16="http://schemas.microsoft.com/office/drawing/2014/main" id="{F6778346-9964-418A-A39C-5F2E1A78D61C}"/>
                </a:ext>
              </a:extLst>
            </p:cNvPr>
            <p:cNvSpPr/>
            <p:nvPr/>
          </p:nvSpPr>
          <p:spPr>
            <a:xfrm>
              <a:off x="1034321" y="2158584"/>
              <a:ext cx="3462728" cy="4197246"/>
            </a:xfrm>
            <a:prstGeom prst="rect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t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CL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otham" panose="02000604030000020004" pitchFamily="50" charset="0"/>
                  <a:ea typeface="+mn-ea"/>
                  <a:cs typeface="+mn-cs"/>
                </a:rPr>
                <a:t>¿De que depende que obtenga resultados?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CL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otham" panose="02000604030000020004" pitchFamily="50" charset="0"/>
                <a:ea typeface="+mn-ea"/>
                <a:cs typeface="+mn-cs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CL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otham" panose="02000604030000020004" pitchFamily="50" charset="0"/>
                  <a:ea typeface="+mn-ea"/>
                  <a:cs typeface="+mn-cs"/>
                </a:rPr>
                <a:t>“Buenos productos” ¿Qué significa?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CL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otham" panose="02000604030000020004" pitchFamily="50" charset="0"/>
                <a:ea typeface="+mn-ea"/>
                <a:cs typeface="+mn-cs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CL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otham" panose="02000604030000020004" pitchFamily="50" charset="0"/>
                <a:ea typeface="+mn-ea"/>
                <a:cs typeface="+mn-cs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CL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otham" panose="02000604030000020004" pitchFamily="50" charset="0"/>
                <a:ea typeface="+mn-ea"/>
                <a:cs typeface="+mn-cs"/>
              </a:endParaRPr>
            </a:p>
            <a:p>
              <a:pPr marL="285750" marR="0" lvl="0" indent="-2857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s-CL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otham" panose="02000604030000020004" pitchFamily="50" charset="0"/>
                  <a:ea typeface="+mn-ea"/>
                  <a:cs typeface="+mn-cs"/>
                </a:rPr>
                <a:t>Distinguir atributos/ demandas de los clientes</a:t>
              </a:r>
            </a:p>
            <a:p>
              <a:pPr marL="285750" marR="0" lvl="0" indent="-2857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s-CL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otham" panose="02000604030000020004" pitchFamily="50" charset="0"/>
                  <a:ea typeface="+mn-ea"/>
                  <a:cs typeface="+mn-cs"/>
                </a:rPr>
                <a:t>Asignar un modelo de variables dependientes para esos atributos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CL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otham" panose="02000604030000020004" pitchFamily="50" charset="0"/>
                <a:ea typeface="+mn-ea"/>
                <a:cs typeface="+mn-cs"/>
              </a:endParaRPr>
            </a:p>
          </p:txBody>
        </p:sp>
        <p:sp>
          <p:nvSpPr>
            <p:cNvPr id="6" name="Rectángulo 5">
              <a:extLst>
                <a:ext uri="{FF2B5EF4-FFF2-40B4-BE49-F238E27FC236}">
                  <a16:creationId xmlns:a16="http://schemas.microsoft.com/office/drawing/2014/main" id="{3268CA36-BF76-43B9-A515-15B50DB86B6C}"/>
                </a:ext>
              </a:extLst>
            </p:cNvPr>
            <p:cNvSpPr/>
            <p:nvPr/>
          </p:nvSpPr>
          <p:spPr>
            <a:xfrm>
              <a:off x="4801849" y="2158584"/>
              <a:ext cx="3462728" cy="4197246"/>
            </a:xfrm>
            <a:prstGeom prst="rect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CL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otham" panose="02000604030000020004" pitchFamily="50" charset="0"/>
                  <a:ea typeface="+mn-ea"/>
                  <a:cs typeface="+mn-cs"/>
                </a:rPr>
                <a:t>¿Cuáles son los puntos que si los cambios genero más avance?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CL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otham" panose="02000604030000020004" pitchFamily="50" charset="0"/>
                <a:ea typeface="+mn-ea"/>
                <a:cs typeface="+mn-cs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CL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otham" panose="02000604030000020004" pitchFamily="50" charset="0"/>
                  <a:ea typeface="+mn-ea"/>
                  <a:cs typeface="+mn-cs"/>
                </a:rPr>
                <a:t>¿Qué producto o cual variable del producto me genera un mayor avance a conquistar el cliente?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CL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otham" panose="02000604030000020004" pitchFamily="50" charset="0"/>
                <a:ea typeface="+mn-ea"/>
                <a:cs typeface="+mn-cs"/>
              </a:endParaRPr>
            </a:p>
            <a:p>
              <a:pPr marL="285750" marR="0" lvl="0" indent="-2857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s-CL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otham" panose="02000604030000020004" pitchFamily="50" charset="0"/>
                  <a:ea typeface="+mn-ea"/>
                  <a:cs typeface="+mn-cs"/>
                </a:rPr>
                <a:t>Discutir puntos a trabajar o atributos y formas de cambio</a:t>
              </a:r>
            </a:p>
            <a:p>
              <a:pPr marL="285750" marR="0" lvl="0" indent="-2857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s-CL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otham" panose="02000604030000020004" pitchFamily="50" charset="0"/>
                  <a:ea typeface="+mn-ea"/>
                  <a:cs typeface="+mn-cs"/>
                </a:rPr>
                <a:t>Apuntar a cambios precisos, medibles. Acciones concretas</a:t>
              </a:r>
            </a:p>
          </p:txBody>
        </p:sp>
        <p:sp>
          <p:nvSpPr>
            <p:cNvPr id="7" name="Rectángulo 6">
              <a:extLst>
                <a:ext uri="{FF2B5EF4-FFF2-40B4-BE49-F238E27FC236}">
                  <a16:creationId xmlns:a16="http://schemas.microsoft.com/office/drawing/2014/main" id="{CF5BAF3D-C8A5-4E3C-B385-30F946DF501D}"/>
                </a:ext>
              </a:extLst>
            </p:cNvPr>
            <p:cNvSpPr/>
            <p:nvPr/>
          </p:nvSpPr>
          <p:spPr>
            <a:xfrm>
              <a:off x="8569377" y="2158584"/>
              <a:ext cx="3462728" cy="4197246"/>
            </a:xfrm>
            <a:prstGeom prst="rect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CL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otham" panose="02000604030000020004" pitchFamily="50" charset="0"/>
                  <a:ea typeface="+mn-ea"/>
                  <a:cs typeface="+mn-cs"/>
                </a:rPr>
                <a:t>¿Dónde exactamente recae la responsabilidad? ¿Quién debe quedar a cargo con todas las atribuciones?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CL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otham" panose="02000604030000020004" pitchFamily="50" charset="0"/>
                <a:ea typeface="+mn-ea"/>
                <a:cs typeface="+mn-cs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CL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otham" panose="02000604030000020004" pitchFamily="50" charset="0"/>
                  <a:ea typeface="+mn-ea"/>
                  <a:cs typeface="+mn-cs"/>
                </a:rPr>
                <a:t>¿Sobre quien queda más resguardado el avance?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CL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otham" panose="02000604030000020004" pitchFamily="50" charset="0"/>
                <a:ea typeface="+mn-ea"/>
                <a:cs typeface="+mn-cs"/>
              </a:endParaRPr>
            </a:p>
            <a:p>
              <a:pPr marL="285750" marR="0" lvl="0" indent="-2857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s-CL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otham" panose="02000604030000020004" pitchFamily="50" charset="0"/>
                  <a:ea typeface="+mn-ea"/>
                  <a:cs typeface="+mn-cs"/>
                </a:rPr>
                <a:t>Discutir las asignaciones de tareas u objetivos y resultados claves</a:t>
              </a:r>
            </a:p>
            <a:p>
              <a:pPr marL="285750" marR="0" lvl="0" indent="-2857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s-CL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otham" panose="02000604030000020004" pitchFamily="50" charset="0"/>
                  <a:ea typeface="+mn-ea"/>
                  <a:cs typeface="+mn-cs"/>
                </a:rPr>
                <a:t>Revisar que sean concretos y pocos</a:t>
              </a:r>
            </a:p>
          </p:txBody>
        </p:sp>
      </p:grpSp>
      <p:sp>
        <p:nvSpPr>
          <p:cNvPr id="9" name="CuadroTexto 8">
            <a:extLst>
              <a:ext uri="{FF2B5EF4-FFF2-40B4-BE49-F238E27FC236}">
                <a16:creationId xmlns:a16="http://schemas.microsoft.com/office/drawing/2014/main" id="{3B1A29DA-0242-44A6-A65E-2CBECF34E747}"/>
              </a:ext>
            </a:extLst>
          </p:cNvPr>
          <p:cNvSpPr txBox="1"/>
          <p:nvPr/>
        </p:nvSpPr>
        <p:spPr>
          <a:xfrm>
            <a:off x="597108" y="1649298"/>
            <a:ext cx="34627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L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otham" panose="02000604030000020004" pitchFamily="50" charset="0"/>
                <a:ea typeface="+mn-ea"/>
                <a:cs typeface="+mn-cs"/>
              </a:rPr>
              <a:t>Hacer un mapa de relaciones causa - efecto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A436FB91-9C0F-4BD2-BDCC-CD1D065FE16A}"/>
              </a:ext>
            </a:extLst>
          </p:cNvPr>
          <p:cNvSpPr txBox="1"/>
          <p:nvPr/>
        </p:nvSpPr>
        <p:spPr>
          <a:xfrm>
            <a:off x="8132164" y="1649297"/>
            <a:ext cx="34627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L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otham" panose="02000604030000020004" pitchFamily="50" charset="0"/>
                <a:ea typeface="+mn-ea"/>
                <a:cs typeface="+mn-cs"/>
              </a:rPr>
              <a:t>Ver en quien recae la responsabilidad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B095CFF0-7F6D-4497-B532-7D53E482C8C1}"/>
              </a:ext>
            </a:extLst>
          </p:cNvPr>
          <p:cNvSpPr txBox="1"/>
          <p:nvPr/>
        </p:nvSpPr>
        <p:spPr>
          <a:xfrm>
            <a:off x="4364636" y="1649297"/>
            <a:ext cx="34627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L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otham" panose="02000604030000020004" pitchFamily="50" charset="0"/>
                <a:ea typeface="+mn-ea"/>
                <a:cs typeface="+mn-cs"/>
              </a:rPr>
              <a:t>Ver el peso relativo de cada variable, focalizarse en poco</a:t>
            </a:r>
          </a:p>
        </p:txBody>
      </p:sp>
    </p:spTree>
    <p:extLst>
      <p:ext uri="{BB962C8B-B14F-4D97-AF65-F5344CB8AC3E}">
        <p14:creationId xmlns:p14="http://schemas.microsoft.com/office/powerpoint/2010/main" val="95483404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0B66472C-057D-4BC8-BA65-FA963928697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L" sz="9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" panose="02000604030000020004" pitchFamily="50" charset="0"/>
                <a:ea typeface="+mn-ea"/>
                <a:cs typeface="+mn-cs"/>
              </a:rPr>
              <a:t>RUSH</a:t>
            </a:r>
          </a:p>
        </p:txBody>
      </p:sp>
      <p:pic>
        <p:nvPicPr>
          <p:cNvPr id="3074" name="Picture 2" descr="Rush, la película que rindió homenaje a Niki Lauda - Mediotiempo">
            <a:extLst>
              <a:ext uri="{FF2B5EF4-FFF2-40B4-BE49-F238E27FC236}">
                <a16:creationId xmlns:a16="http://schemas.microsoft.com/office/drawing/2014/main" id="{72C9999A-4F49-48A3-B7B4-E7A0133836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1059886" cy="68806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7382183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4039E2-E02C-A51B-DFD6-2C19E00B71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C3E195AF-E895-8809-B8E6-E38CBAC541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>
                <a:latin typeface="Raleway" pitchFamily="2" charset="77"/>
              </a:rPr>
              <a:t>Personas</a:t>
            </a:r>
          </a:p>
        </p:txBody>
      </p:sp>
    </p:spTree>
    <p:extLst>
      <p:ext uri="{BB962C8B-B14F-4D97-AF65-F5344CB8AC3E}">
        <p14:creationId xmlns:p14="http://schemas.microsoft.com/office/powerpoint/2010/main" val="241105677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DECE91CF-B0A1-46FC-9583-B366D6835D28}"/>
              </a:ext>
            </a:extLst>
          </p:cNvPr>
          <p:cNvSpPr txBox="1"/>
          <p:nvPr/>
        </p:nvSpPr>
        <p:spPr>
          <a:xfrm>
            <a:off x="509667" y="1813810"/>
            <a:ext cx="3462726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L" sz="28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Gotham" panose="02000604030000020004" pitchFamily="50" charset="0"/>
                <a:ea typeface="+mn-ea"/>
                <a:cs typeface="+mn-cs"/>
              </a:rPr>
              <a:t>PERSONAS</a:t>
            </a:r>
            <a:endParaRPr kumimoji="0" lang="es-CL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otham" panose="02000604030000020004" pitchFamily="50" charset="0"/>
              <a:ea typeface="+mn-ea"/>
              <a:cs typeface="+mn-cs"/>
            </a:endParaRP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s-CL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otham" panose="02000604030000020004" pitchFamily="50" charset="0"/>
                <a:ea typeface="+mn-ea"/>
                <a:cs typeface="+mn-cs"/>
              </a:rPr>
              <a:t>Coordinarse y conectar para trabajar en equipo 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10C124EA-A3FB-4614-A728-020CB72DEE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31515"/>
          </a:xfrm>
        </p:spPr>
        <p:txBody>
          <a:bodyPr/>
          <a:lstStyle/>
          <a:p>
            <a:pPr algn="ctr"/>
            <a:r>
              <a:rPr lang="es-CL" b="1" dirty="0">
                <a:latin typeface="Gotham" panose="02000604030000020004" pitchFamily="50" charset="0"/>
              </a:rPr>
              <a:t>4 superpoderes de los </a:t>
            </a:r>
            <a:r>
              <a:rPr lang="es-CL" b="1" dirty="0" err="1">
                <a:latin typeface="Gotham" panose="02000604030000020004" pitchFamily="50" charset="0"/>
              </a:rPr>
              <a:t>OKRs</a:t>
            </a:r>
            <a:endParaRPr lang="es-CL" b="1" dirty="0">
              <a:latin typeface="Gotham" panose="02000604030000020004" pitchFamily="50" charset="0"/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F5C3FDBA-F248-43C3-9C8D-2A33798B3CA5}"/>
              </a:ext>
            </a:extLst>
          </p:cNvPr>
          <p:cNvSpPr txBox="1"/>
          <p:nvPr/>
        </p:nvSpPr>
        <p:spPr>
          <a:xfrm>
            <a:off x="5651292" y="4661941"/>
            <a:ext cx="570250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otham" panose="02000604030000020004" pitchFamily="50" charset="0"/>
                <a:ea typeface="+mn-ea"/>
                <a:cs typeface="+mn-cs"/>
              </a:rPr>
              <a:t>Desafiar </a:t>
            </a:r>
            <a:r>
              <a:rPr kumimoji="0" lang="es-CL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otham" panose="02000604030000020004" pitchFamily="50" charset="0"/>
                <a:ea typeface="+mn-ea"/>
                <a:cs typeface="+mn-cs"/>
              </a:rPr>
              <a:t>desde arriba hacia abajo, pero dejar que los compromisos fluyan de abajo hacia arriba, que surja innovación, que la coordinación construya valor, que roten los liderazgos…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85865335-CE2E-4BA0-B439-C8C867A31E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51292" y="1296640"/>
            <a:ext cx="3200966" cy="33653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72363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4E07B5BE-D679-46BF-9423-CE8802B7A406}"/>
              </a:ext>
            </a:extLst>
          </p:cNvPr>
          <p:cNvSpPr txBox="1"/>
          <p:nvPr/>
        </p:nvSpPr>
        <p:spPr>
          <a:xfrm>
            <a:off x="619232" y="282022"/>
            <a:ext cx="1041352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L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otham" panose="02000604030000020004" pitchFamily="50" charset="0"/>
                <a:ea typeface="+mn-ea"/>
                <a:cs typeface="+mn-cs"/>
              </a:rPr>
              <a:t>¿Cómo asignar responsabilidades en el cambio?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L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otham" panose="02000604030000020004" pitchFamily="50" charset="0"/>
                <a:ea typeface="+mn-ea"/>
                <a:cs typeface="+mn-cs"/>
              </a:rPr>
              <a:t>Responsabilidad y compromiso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B01BD1E1-972E-4A99-A096-1B65634AD342}"/>
              </a:ext>
            </a:extLst>
          </p:cNvPr>
          <p:cNvSpPr txBox="1"/>
          <p:nvPr/>
        </p:nvSpPr>
        <p:spPr>
          <a:xfrm>
            <a:off x="619231" y="1354220"/>
            <a:ext cx="510509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L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otham" panose="02000604030000020004" pitchFamily="50" charset="0"/>
                <a:ea typeface="+mn-ea"/>
                <a:cs typeface="+mn-cs"/>
              </a:rPr>
              <a:t>Este es el momento de preguntarse realmente de quien depende el éxito de la organización, ¿por donde pasa el valor (la creación de…)?</a:t>
            </a:r>
            <a:endParaRPr kumimoji="0" lang="es-CL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otham" panose="02000604030000020004" pitchFamily="50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otham" panose="02000604030000020004" pitchFamily="50" charset="0"/>
              <a:ea typeface="+mn-ea"/>
              <a:cs typeface="+mn-cs"/>
            </a:endParaRPr>
          </a:p>
        </p:txBody>
      </p:sp>
      <p:sp>
        <p:nvSpPr>
          <p:cNvPr id="4" name="Elipse 3">
            <a:extLst>
              <a:ext uri="{FF2B5EF4-FFF2-40B4-BE49-F238E27FC236}">
                <a16:creationId xmlns:a16="http://schemas.microsoft.com/office/drawing/2014/main" id="{857D8BDF-D8C9-4BF9-B647-C528EC77C96F}"/>
              </a:ext>
            </a:extLst>
          </p:cNvPr>
          <p:cNvSpPr/>
          <p:nvPr/>
        </p:nvSpPr>
        <p:spPr>
          <a:xfrm>
            <a:off x="2563319" y="3249120"/>
            <a:ext cx="2088000" cy="2088000"/>
          </a:xfrm>
          <a:prstGeom prst="ellipse">
            <a:avLst/>
          </a:prstGeom>
          <a:solidFill>
            <a:schemeClr val="bg1"/>
          </a:solidFill>
          <a:ln w="76200">
            <a:solidFill>
              <a:srgbClr val="008CE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L" sz="36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Gotham" panose="02000604030000020004" pitchFamily="50" charset="0"/>
                <a:ea typeface="+mn-ea"/>
                <a:cs typeface="+mn-cs"/>
              </a:rPr>
              <a:t>Valor</a:t>
            </a:r>
          </a:p>
        </p:txBody>
      </p:sp>
      <p:sp>
        <p:nvSpPr>
          <p:cNvPr id="19" name="Elipse 18">
            <a:extLst>
              <a:ext uri="{FF2B5EF4-FFF2-40B4-BE49-F238E27FC236}">
                <a16:creationId xmlns:a16="http://schemas.microsoft.com/office/drawing/2014/main" id="{17D0C5EB-249A-40C8-A683-F9A4C878EBE9}"/>
              </a:ext>
            </a:extLst>
          </p:cNvPr>
          <p:cNvSpPr/>
          <p:nvPr/>
        </p:nvSpPr>
        <p:spPr>
          <a:xfrm>
            <a:off x="7570033" y="1529001"/>
            <a:ext cx="1332000" cy="1296000"/>
          </a:xfrm>
          <a:prstGeom prst="ellipse">
            <a:avLst/>
          </a:prstGeom>
          <a:solidFill>
            <a:schemeClr val="bg1"/>
          </a:solidFill>
          <a:ln w="76200">
            <a:solidFill>
              <a:srgbClr val="008CE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3600" b="1" i="0" u="none" strike="noStrike" kern="1200" cap="none" spc="0" normalizeH="0" baseline="0" noProof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Gotham" panose="02000604030000020004" pitchFamily="50" charset="0"/>
              <a:ea typeface="+mn-ea"/>
              <a:cs typeface="+mn-cs"/>
            </a:endParaRPr>
          </a:p>
        </p:txBody>
      </p:sp>
      <p:sp>
        <p:nvSpPr>
          <p:cNvPr id="20" name="Elipse 19">
            <a:extLst>
              <a:ext uri="{FF2B5EF4-FFF2-40B4-BE49-F238E27FC236}">
                <a16:creationId xmlns:a16="http://schemas.microsoft.com/office/drawing/2014/main" id="{18FA2D05-A146-43E4-9019-1CF23A83909F}"/>
              </a:ext>
            </a:extLst>
          </p:cNvPr>
          <p:cNvSpPr/>
          <p:nvPr/>
        </p:nvSpPr>
        <p:spPr>
          <a:xfrm>
            <a:off x="7570033" y="3253520"/>
            <a:ext cx="1332000" cy="1296000"/>
          </a:xfrm>
          <a:prstGeom prst="ellipse">
            <a:avLst/>
          </a:prstGeom>
          <a:solidFill>
            <a:schemeClr val="bg1"/>
          </a:solidFill>
          <a:ln w="76200">
            <a:solidFill>
              <a:srgbClr val="008CE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3600" b="1" i="0" u="none" strike="noStrike" kern="1200" cap="none" spc="0" normalizeH="0" baseline="0" noProof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Gotham" panose="02000604030000020004" pitchFamily="50" charset="0"/>
              <a:ea typeface="+mn-ea"/>
              <a:cs typeface="+mn-cs"/>
            </a:endParaRPr>
          </a:p>
        </p:txBody>
      </p:sp>
      <p:sp>
        <p:nvSpPr>
          <p:cNvPr id="21" name="Elipse 20">
            <a:extLst>
              <a:ext uri="{FF2B5EF4-FFF2-40B4-BE49-F238E27FC236}">
                <a16:creationId xmlns:a16="http://schemas.microsoft.com/office/drawing/2014/main" id="{DCB87CE8-D503-4E28-BFF1-BB5A7E716C94}"/>
              </a:ext>
            </a:extLst>
          </p:cNvPr>
          <p:cNvSpPr/>
          <p:nvPr/>
        </p:nvSpPr>
        <p:spPr>
          <a:xfrm>
            <a:off x="7570033" y="4978039"/>
            <a:ext cx="1332000" cy="1296000"/>
          </a:xfrm>
          <a:prstGeom prst="ellipse">
            <a:avLst/>
          </a:prstGeom>
          <a:solidFill>
            <a:schemeClr val="bg1"/>
          </a:solidFill>
          <a:ln w="76200">
            <a:solidFill>
              <a:srgbClr val="008CE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3600" b="1" i="0" u="none" strike="noStrike" kern="1200" cap="none" spc="0" normalizeH="0" baseline="0" noProof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Gotham" panose="02000604030000020004" pitchFamily="50" charset="0"/>
              <a:ea typeface="+mn-ea"/>
              <a:cs typeface="+mn-cs"/>
            </a:endParaRP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787C2ECF-387D-49FB-879F-0E8EFAA039E7}"/>
              </a:ext>
            </a:extLst>
          </p:cNvPr>
          <p:cNvSpPr txBox="1"/>
          <p:nvPr/>
        </p:nvSpPr>
        <p:spPr>
          <a:xfrm>
            <a:off x="4907918" y="6274039"/>
            <a:ext cx="22667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L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badi Extra Light" panose="020B0204020104020204" pitchFamily="34" charset="0"/>
                <a:ea typeface="+mn-ea"/>
                <a:cs typeface="+mn-cs"/>
              </a:rPr>
              <a:t>Variables dependientes</a:t>
            </a:r>
          </a:p>
        </p:txBody>
      </p:sp>
      <p:cxnSp>
        <p:nvCxnSpPr>
          <p:cNvPr id="24" name="Conector recto de flecha 23">
            <a:extLst>
              <a:ext uri="{FF2B5EF4-FFF2-40B4-BE49-F238E27FC236}">
                <a16:creationId xmlns:a16="http://schemas.microsoft.com/office/drawing/2014/main" id="{67167E27-1CF4-4E3E-B936-B97E9DBDF2BB}"/>
              </a:ext>
            </a:extLst>
          </p:cNvPr>
          <p:cNvCxnSpPr>
            <a:stCxn id="19" idx="2"/>
          </p:cNvCxnSpPr>
          <p:nvPr/>
        </p:nvCxnSpPr>
        <p:spPr>
          <a:xfrm flipH="1">
            <a:off x="4651319" y="2177001"/>
            <a:ext cx="2918714" cy="211611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ector recto de flecha 25">
            <a:extLst>
              <a:ext uri="{FF2B5EF4-FFF2-40B4-BE49-F238E27FC236}">
                <a16:creationId xmlns:a16="http://schemas.microsoft.com/office/drawing/2014/main" id="{F93965F8-225F-4ED9-90E8-EC6332906531}"/>
              </a:ext>
            </a:extLst>
          </p:cNvPr>
          <p:cNvCxnSpPr>
            <a:stCxn id="20" idx="2"/>
            <a:endCxn id="4" idx="6"/>
          </p:cNvCxnSpPr>
          <p:nvPr/>
        </p:nvCxnSpPr>
        <p:spPr>
          <a:xfrm flipH="1">
            <a:off x="4651319" y="3901520"/>
            <a:ext cx="2918714" cy="3916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ector recto de flecha 27">
            <a:extLst>
              <a:ext uri="{FF2B5EF4-FFF2-40B4-BE49-F238E27FC236}">
                <a16:creationId xmlns:a16="http://schemas.microsoft.com/office/drawing/2014/main" id="{4E2920CF-9FD0-4BDC-B34B-45DBC3C08048}"/>
              </a:ext>
            </a:extLst>
          </p:cNvPr>
          <p:cNvCxnSpPr>
            <a:stCxn id="21" idx="2"/>
            <a:endCxn id="4" idx="6"/>
          </p:cNvCxnSpPr>
          <p:nvPr/>
        </p:nvCxnSpPr>
        <p:spPr>
          <a:xfrm flipH="1" flipV="1">
            <a:off x="4651319" y="4293120"/>
            <a:ext cx="2918714" cy="133291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CuadroTexto 28">
            <a:extLst>
              <a:ext uri="{FF2B5EF4-FFF2-40B4-BE49-F238E27FC236}">
                <a16:creationId xmlns:a16="http://schemas.microsoft.com/office/drawing/2014/main" id="{BBE413C0-12FD-47D1-A151-26B089477D98}"/>
              </a:ext>
            </a:extLst>
          </p:cNvPr>
          <p:cNvSpPr txBox="1"/>
          <p:nvPr/>
        </p:nvSpPr>
        <p:spPr>
          <a:xfrm>
            <a:off x="9291005" y="882670"/>
            <a:ext cx="252043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L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badi Extra Light" panose="020B0204020104020204" pitchFamily="34" charset="0"/>
                <a:ea typeface="+mn-ea"/>
                <a:cs typeface="+mn-cs"/>
              </a:rPr>
              <a:t>¿Quiénes tienen relación?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L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badi Extra Light" panose="020B0204020104020204" pitchFamily="34" charset="0"/>
                <a:ea typeface="+mn-ea"/>
                <a:cs typeface="+mn-cs"/>
              </a:rPr>
              <a:t>¿Cuál es su rol?</a:t>
            </a:r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5B760844-2283-4B8B-BE48-AA2B2AD25F6C}"/>
              </a:ext>
            </a:extLst>
          </p:cNvPr>
          <p:cNvSpPr txBox="1"/>
          <p:nvPr/>
        </p:nvSpPr>
        <p:spPr>
          <a:xfrm>
            <a:off x="619231" y="5474776"/>
            <a:ext cx="363674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L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otham" panose="02000604030000020004" pitchFamily="50" charset="0"/>
                <a:ea typeface="+mn-ea"/>
                <a:cs typeface="+mn-cs"/>
              </a:rPr>
              <a:t>Si los organigramas son “mentirosos” es mejor trabajar con </a:t>
            </a:r>
            <a:r>
              <a:rPr kumimoji="0" lang="es-C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otham" panose="02000604030000020004" pitchFamily="50" charset="0"/>
                <a:ea typeface="+mn-ea"/>
                <a:cs typeface="+mn-cs"/>
              </a:rPr>
              <a:t>roles</a:t>
            </a:r>
            <a:r>
              <a:rPr kumimoji="0" lang="es-CL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otham" panose="02000604030000020004" pitchFamily="50" charset="0"/>
                <a:ea typeface="+mn-ea"/>
                <a:cs typeface="+mn-cs"/>
              </a:rPr>
              <a:t>.</a:t>
            </a:r>
            <a:endParaRPr kumimoji="0" lang="es-CL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otham" panose="02000604030000020004" pitchFamily="50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otham" panose="02000604030000020004" pitchFamily="50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3238222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CuadroTexto 17">
            <a:extLst>
              <a:ext uri="{FF2B5EF4-FFF2-40B4-BE49-F238E27FC236}">
                <a16:creationId xmlns:a16="http://schemas.microsoft.com/office/drawing/2014/main" id="{B01BD1E1-972E-4A99-A096-1B65634AD342}"/>
              </a:ext>
            </a:extLst>
          </p:cNvPr>
          <p:cNvSpPr txBox="1"/>
          <p:nvPr/>
        </p:nvSpPr>
        <p:spPr>
          <a:xfrm>
            <a:off x="619231" y="438873"/>
            <a:ext cx="5105091" cy="14157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otham" panose="02000604030000020004" pitchFamily="50" charset="0"/>
                <a:ea typeface="+mn-ea"/>
                <a:cs typeface="+mn-cs"/>
              </a:rPr>
              <a:t>EJEMPLO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otham" panose="02000604030000020004" pitchFamily="50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L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otham" panose="02000604030000020004" pitchFamily="50" charset="0"/>
                <a:ea typeface="+mn-ea"/>
                <a:cs typeface="+mn-cs"/>
              </a:rPr>
              <a:t>Club de futbol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otham" panose="02000604030000020004" pitchFamily="50" charset="0"/>
              <a:ea typeface="+mn-ea"/>
              <a:cs typeface="+mn-cs"/>
            </a:endParaRPr>
          </a:p>
        </p:txBody>
      </p:sp>
      <p:sp>
        <p:nvSpPr>
          <p:cNvPr id="4" name="Elipse 3">
            <a:extLst>
              <a:ext uri="{FF2B5EF4-FFF2-40B4-BE49-F238E27FC236}">
                <a16:creationId xmlns:a16="http://schemas.microsoft.com/office/drawing/2014/main" id="{857D8BDF-D8C9-4BF9-B647-C528EC77C96F}"/>
              </a:ext>
            </a:extLst>
          </p:cNvPr>
          <p:cNvSpPr/>
          <p:nvPr/>
        </p:nvSpPr>
        <p:spPr>
          <a:xfrm>
            <a:off x="1379091" y="3249120"/>
            <a:ext cx="2088000" cy="2088000"/>
          </a:xfrm>
          <a:prstGeom prst="ellipse">
            <a:avLst/>
          </a:prstGeom>
          <a:solidFill>
            <a:schemeClr val="bg1"/>
          </a:solidFill>
          <a:ln w="76200">
            <a:solidFill>
              <a:srgbClr val="008CE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L" sz="20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Gotham" panose="02000604030000020004" pitchFamily="50" charset="0"/>
                <a:ea typeface="+mn-ea"/>
                <a:cs typeface="+mn-cs"/>
              </a:rPr>
              <a:t>Ganar el </a:t>
            </a:r>
            <a:r>
              <a:rPr kumimoji="0" lang="es-CL" sz="16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Gotham" panose="02000604030000020004" pitchFamily="50" charset="0"/>
                <a:ea typeface="+mn-ea"/>
                <a:cs typeface="+mn-cs"/>
              </a:rPr>
              <a:t>campeonato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L" sz="28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Gotham" panose="02000604030000020004" pitchFamily="50" charset="0"/>
                <a:ea typeface="+mn-ea"/>
                <a:cs typeface="+mn-cs"/>
              </a:rPr>
              <a:t>42 </a:t>
            </a:r>
            <a:r>
              <a:rPr kumimoji="0" lang="es-CL" sz="2800" b="1" i="0" u="none" strike="noStrike" kern="1200" cap="none" spc="0" normalizeH="0" baseline="0" noProof="0" dirty="0" err="1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Gotham" panose="02000604030000020004" pitchFamily="50" charset="0"/>
                <a:ea typeface="+mn-ea"/>
                <a:cs typeface="+mn-cs"/>
              </a:rPr>
              <a:t>pts</a:t>
            </a:r>
            <a:endParaRPr kumimoji="0" lang="es-CL" sz="2800" b="1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Gotham" panose="02000604030000020004" pitchFamily="50" charset="0"/>
              <a:ea typeface="+mn-ea"/>
              <a:cs typeface="+mn-cs"/>
            </a:endParaRPr>
          </a:p>
        </p:txBody>
      </p:sp>
      <p:sp>
        <p:nvSpPr>
          <p:cNvPr id="19" name="Elipse 18">
            <a:extLst>
              <a:ext uri="{FF2B5EF4-FFF2-40B4-BE49-F238E27FC236}">
                <a16:creationId xmlns:a16="http://schemas.microsoft.com/office/drawing/2014/main" id="{17D0C5EB-249A-40C8-A683-F9A4C878EBE9}"/>
              </a:ext>
            </a:extLst>
          </p:cNvPr>
          <p:cNvSpPr/>
          <p:nvPr/>
        </p:nvSpPr>
        <p:spPr>
          <a:xfrm>
            <a:off x="6385805" y="1529001"/>
            <a:ext cx="1332000" cy="1296000"/>
          </a:xfrm>
          <a:prstGeom prst="ellipse">
            <a:avLst/>
          </a:prstGeom>
          <a:solidFill>
            <a:schemeClr val="bg1"/>
          </a:solidFill>
          <a:ln w="76200">
            <a:solidFill>
              <a:srgbClr val="008CE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3600" b="1" i="0" u="none" strike="noStrike" kern="1200" cap="none" spc="0" normalizeH="0" baseline="0" noProof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Gotham" panose="02000604030000020004" pitchFamily="50" charset="0"/>
              <a:ea typeface="+mn-ea"/>
              <a:cs typeface="+mn-cs"/>
            </a:endParaRPr>
          </a:p>
        </p:txBody>
      </p:sp>
      <p:sp>
        <p:nvSpPr>
          <p:cNvPr id="20" name="Elipse 19">
            <a:extLst>
              <a:ext uri="{FF2B5EF4-FFF2-40B4-BE49-F238E27FC236}">
                <a16:creationId xmlns:a16="http://schemas.microsoft.com/office/drawing/2014/main" id="{18FA2D05-A146-43E4-9019-1CF23A83909F}"/>
              </a:ext>
            </a:extLst>
          </p:cNvPr>
          <p:cNvSpPr/>
          <p:nvPr/>
        </p:nvSpPr>
        <p:spPr>
          <a:xfrm>
            <a:off x="6385805" y="3253520"/>
            <a:ext cx="1332000" cy="1296000"/>
          </a:xfrm>
          <a:prstGeom prst="ellipse">
            <a:avLst/>
          </a:prstGeom>
          <a:solidFill>
            <a:schemeClr val="bg1"/>
          </a:solidFill>
          <a:ln w="76200">
            <a:solidFill>
              <a:srgbClr val="008CE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3600" b="1" i="0" u="none" strike="noStrike" kern="1200" cap="none" spc="0" normalizeH="0" baseline="0" noProof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Gotham" panose="02000604030000020004" pitchFamily="50" charset="0"/>
              <a:ea typeface="+mn-ea"/>
              <a:cs typeface="+mn-cs"/>
            </a:endParaRPr>
          </a:p>
        </p:txBody>
      </p:sp>
      <p:sp>
        <p:nvSpPr>
          <p:cNvPr id="21" name="Elipse 20">
            <a:extLst>
              <a:ext uri="{FF2B5EF4-FFF2-40B4-BE49-F238E27FC236}">
                <a16:creationId xmlns:a16="http://schemas.microsoft.com/office/drawing/2014/main" id="{DCB87CE8-D503-4E28-BFF1-BB5A7E716C94}"/>
              </a:ext>
            </a:extLst>
          </p:cNvPr>
          <p:cNvSpPr/>
          <p:nvPr/>
        </p:nvSpPr>
        <p:spPr>
          <a:xfrm>
            <a:off x="6385805" y="4978039"/>
            <a:ext cx="1332000" cy="1296000"/>
          </a:xfrm>
          <a:prstGeom prst="ellipse">
            <a:avLst/>
          </a:prstGeom>
          <a:solidFill>
            <a:schemeClr val="bg1"/>
          </a:solidFill>
          <a:ln w="76200">
            <a:solidFill>
              <a:srgbClr val="008CE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3600" b="1" i="0" u="none" strike="noStrike" kern="1200" cap="none" spc="0" normalizeH="0" baseline="0" noProof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Gotham" panose="02000604030000020004" pitchFamily="50" charset="0"/>
              <a:ea typeface="+mn-ea"/>
              <a:cs typeface="+mn-cs"/>
            </a:endParaRP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787C2ECF-387D-49FB-879F-0E8EFAA039E7}"/>
              </a:ext>
            </a:extLst>
          </p:cNvPr>
          <p:cNvSpPr txBox="1"/>
          <p:nvPr/>
        </p:nvSpPr>
        <p:spPr>
          <a:xfrm>
            <a:off x="3788290" y="2508404"/>
            <a:ext cx="22667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L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badi Extra Light" panose="020B0204020104020204" pitchFamily="34" charset="0"/>
                <a:ea typeface="+mn-ea"/>
                <a:cs typeface="+mn-cs"/>
              </a:rPr>
              <a:t>Variables dependientes</a:t>
            </a:r>
          </a:p>
        </p:txBody>
      </p:sp>
      <p:cxnSp>
        <p:nvCxnSpPr>
          <p:cNvPr id="24" name="Conector recto de flecha 23">
            <a:extLst>
              <a:ext uri="{FF2B5EF4-FFF2-40B4-BE49-F238E27FC236}">
                <a16:creationId xmlns:a16="http://schemas.microsoft.com/office/drawing/2014/main" id="{67167E27-1CF4-4E3E-B936-B97E9DBDF2BB}"/>
              </a:ext>
            </a:extLst>
          </p:cNvPr>
          <p:cNvCxnSpPr>
            <a:stCxn id="19" idx="2"/>
          </p:cNvCxnSpPr>
          <p:nvPr/>
        </p:nvCxnSpPr>
        <p:spPr>
          <a:xfrm flipH="1">
            <a:off x="3467091" y="2177001"/>
            <a:ext cx="2918714" cy="211611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ector recto de flecha 25">
            <a:extLst>
              <a:ext uri="{FF2B5EF4-FFF2-40B4-BE49-F238E27FC236}">
                <a16:creationId xmlns:a16="http://schemas.microsoft.com/office/drawing/2014/main" id="{F93965F8-225F-4ED9-90E8-EC6332906531}"/>
              </a:ext>
            </a:extLst>
          </p:cNvPr>
          <p:cNvCxnSpPr>
            <a:stCxn id="20" idx="2"/>
            <a:endCxn id="4" idx="6"/>
          </p:cNvCxnSpPr>
          <p:nvPr/>
        </p:nvCxnSpPr>
        <p:spPr>
          <a:xfrm flipH="1">
            <a:off x="3467091" y="3901520"/>
            <a:ext cx="2918714" cy="3916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ector recto de flecha 27">
            <a:extLst>
              <a:ext uri="{FF2B5EF4-FFF2-40B4-BE49-F238E27FC236}">
                <a16:creationId xmlns:a16="http://schemas.microsoft.com/office/drawing/2014/main" id="{4E2920CF-9FD0-4BDC-B34B-45DBC3C08048}"/>
              </a:ext>
            </a:extLst>
          </p:cNvPr>
          <p:cNvCxnSpPr>
            <a:stCxn id="21" idx="2"/>
            <a:endCxn id="4" idx="6"/>
          </p:cNvCxnSpPr>
          <p:nvPr/>
        </p:nvCxnSpPr>
        <p:spPr>
          <a:xfrm flipH="1" flipV="1">
            <a:off x="3467091" y="4293120"/>
            <a:ext cx="2918714" cy="133291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CuadroTexto 28">
            <a:extLst>
              <a:ext uri="{FF2B5EF4-FFF2-40B4-BE49-F238E27FC236}">
                <a16:creationId xmlns:a16="http://schemas.microsoft.com/office/drawing/2014/main" id="{BBE413C0-12FD-47D1-A151-26B089477D98}"/>
              </a:ext>
            </a:extLst>
          </p:cNvPr>
          <p:cNvSpPr txBox="1"/>
          <p:nvPr/>
        </p:nvSpPr>
        <p:spPr>
          <a:xfrm>
            <a:off x="7717805" y="583961"/>
            <a:ext cx="252043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L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badi Extra Light" panose="020B0204020104020204" pitchFamily="34" charset="0"/>
                <a:ea typeface="+mn-ea"/>
                <a:cs typeface="+mn-cs"/>
              </a:rPr>
              <a:t>¿Quiénes tienen relación?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L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badi Extra Light" panose="020B0204020104020204" pitchFamily="34" charset="0"/>
                <a:ea typeface="+mn-ea"/>
                <a:cs typeface="+mn-cs"/>
              </a:rPr>
              <a:t>¿Cuál es su rol?</a:t>
            </a:r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5B760844-2283-4B8B-BE48-AA2B2AD25F6C}"/>
              </a:ext>
            </a:extLst>
          </p:cNvPr>
          <p:cNvSpPr txBox="1"/>
          <p:nvPr/>
        </p:nvSpPr>
        <p:spPr>
          <a:xfrm>
            <a:off x="619231" y="5531266"/>
            <a:ext cx="316905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L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otham" panose="02000604030000020004" pitchFamily="50" charset="0"/>
                <a:ea typeface="+mn-ea"/>
                <a:cs typeface="+mn-cs"/>
              </a:rPr>
              <a:t>Objetivo visible y transparente, con un indicador claro.</a:t>
            </a:r>
            <a:endParaRPr kumimoji="0" lang="es-CL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otham" panose="02000604030000020004" pitchFamily="50" charset="0"/>
              <a:ea typeface="+mn-ea"/>
              <a:cs typeface="+mn-cs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C3CAF7C6-44A3-48FC-96F1-F96E8E36C9E7}"/>
              </a:ext>
            </a:extLst>
          </p:cNvPr>
          <p:cNvSpPr txBox="1"/>
          <p:nvPr/>
        </p:nvSpPr>
        <p:spPr>
          <a:xfrm>
            <a:off x="7929798" y="1529001"/>
            <a:ext cx="364297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otham" panose="02000604030000020004" pitchFamily="50" charset="0"/>
                <a:ea typeface="+mn-ea"/>
                <a:cs typeface="+mn-cs"/>
              </a:rPr>
              <a:t>Entrenador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L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otham" panose="02000604030000020004" pitchFamily="50" charset="0"/>
                <a:ea typeface="+mn-ea"/>
                <a:cs typeface="+mn-cs"/>
              </a:rPr>
              <a:t>Buena actitud de camarín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L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otham" panose="02000604030000020004" pitchFamily="50" charset="0"/>
                <a:ea typeface="+mn-ea"/>
                <a:cs typeface="+mn-cs"/>
              </a:rPr>
              <a:t>Planteamiento táctico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L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otham" panose="02000604030000020004" pitchFamily="50" charset="0"/>
                <a:ea typeface="+mn-ea"/>
                <a:cs typeface="+mn-cs"/>
              </a:rPr>
              <a:t> - Puntos de local 70%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AF778B94-E0B4-45D9-93C9-B078E215D790}"/>
              </a:ext>
            </a:extLst>
          </p:cNvPr>
          <p:cNvSpPr txBox="1"/>
          <p:nvPr/>
        </p:nvSpPr>
        <p:spPr>
          <a:xfrm>
            <a:off x="7929798" y="3235060"/>
            <a:ext cx="3642972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otham" panose="02000604030000020004" pitchFamily="50" charset="0"/>
                <a:ea typeface="+mn-ea"/>
                <a:cs typeface="+mn-cs"/>
              </a:rPr>
              <a:t>Goleador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L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otham" panose="02000604030000020004" pitchFamily="50" charset="0"/>
                <a:ea typeface="+mn-ea"/>
                <a:cs typeface="+mn-cs"/>
              </a:rPr>
              <a:t>Participar en la mayor parte de partidos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L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otham" panose="02000604030000020004" pitchFamily="50" charset="0"/>
                <a:ea typeface="+mn-ea"/>
                <a:cs typeface="+mn-cs"/>
              </a:rPr>
              <a:t> - 90% de asistencia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L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otham" panose="02000604030000020004" pitchFamily="50" charset="0"/>
                <a:ea typeface="+mn-ea"/>
                <a:cs typeface="+mn-cs"/>
              </a:rPr>
              <a:t>Goles totales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L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otham" panose="02000604030000020004" pitchFamily="50" charset="0"/>
                <a:ea typeface="+mn-ea"/>
                <a:cs typeface="+mn-cs"/>
              </a:rPr>
              <a:t> - + de 30 goles temporada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11613BDA-8181-4232-89DB-3C71FB2FB007}"/>
              </a:ext>
            </a:extLst>
          </p:cNvPr>
          <p:cNvSpPr txBox="1"/>
          <p:nvPr/>
        </p:nvSpPr>
        <p:spPr>
          <a:xfrm>
            <a:off x="7929798" y="4959579"/>
            <a:ext cx="3642972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otham" panose="02000604030000020004" pitchFamily="50" charset="0"/>
                <a:ea typeface="+mn-ea"/>
                <a:cs typeface="+mn-cs"/>
              </a:rPr>
              <a:t>Preparador físico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L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otham" panose="02000604030000020004" pitchFamily="50" charset="0"/>
                <a:ea typeface="+mn-ea"/>
                <a:cs typeface="+mn-cs"/>
              </a:rPr>
              <a:t>Equipo en excelente estado, sobre el promedio nacional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L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otham" panose="02000604030000020004" pitchFamily="50" charset="0"/>
                <a:ea typeface="+mn-ea"/>
                <a:cs typeface="+mn-cs"/>
              </a:rPr>
              <a:t>No lesionados por sobreesfuerzo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L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otham" panose="02000604030000020004" pitchFamily="50" charset="0"/>
                <a:ea typeface="+mn-ea"/>
                <a:cs typeface="+mn-cs"/>
              </a:rPr>
              <a:t> - Plantel titular sobre 80% de minutos totales jugados</a:t>
            </a:r>
          </a:p>
        </p:txBody>
      </p:sp>
    </p:spTree>
    <p:extLst>
      <p:ext uri="{BB962C8B-B14F-4D97-AF65-F5344CB8AC3E}">
        <p14:creationId xmlns:p14="http://schemas.microsoft.com/office/powerpoint/2010/main" val="74330083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7BEE7646-8F5A-4F9E-8072-B7745D5EF0ED}"/>
              </a:ext>
            </a:extLst>
          </p:cNvPr>
          <p:cNvSpPr/>
          <p:nvPr/>
        </p:nvSpPr>
        <p:spPr>
          <a:xfrm>
            <a:off x="864433" y="1512730"/>
            <a:ext cx="10463134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L" sz="1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Función que una persona desempeña en un lugar o en una situación.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L" sz="1800" b="0" i="0" u="none" strike="noStrike" kern="1200" cap="none" spc="0" normalizeH="0" baseline="0" noProof="0" dirty="0">
                <a:ln>
                  <a:noFill/>
                </a:ln>
                <a:solidFill>
                  <a:srgbClr val="878787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"tiene un rol importante en la política; el rol del padre, hasta entonces no manifiesto, entra en juego en una segunda etapa, hacia los dos años"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5C5BCFCA-A98B-44B0-A2D1-2940C67803D4}"/>
              </a:ext>
            </a:extLst>
          </p:cNvPr>
          <p:cNvSpPr txBox="1"/>
          <p:nvPr/>
        </p:nvSpPr>
        <p:spPr>
          <a:xfrm>
            <a:off x="864433" y="404734"/>
            <a:ext cx="2040943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L" sz="6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otham" panose="02000604030000020004" pitchFamily="50" charset="0"/>
                <a:ea typeface="+mn-ea"/>
                <a:cs typeface="+mn-cs"/>
              </a:rPr>
              <a:t>ROL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7E006A34-7570-4CFB-B2AF-B67D0358E9CC}"/>
              </a:ext>
            </a:extLst>
          </p:cNvPr>
          <p:cNvSpPr txBox="1"/>
          <p:nvPr/>
        </p:nvSpPr>
        <p:spPr>
          <a:xfrm>
            <a:off x="864433" y="2620726"/>
            <a:ext cx="8099685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L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badi Extra Light" panose="020B0204020104020204" pitchFamily="34" charset="0"/>
                <a:ea typeface="+mn-ea"/>
                <a:cs typeface="+mn-cs"/>
              </a:rPr>
              <a:t>Las empresas tienen actividades que deben ser abordadas: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badi Extra Light" panose="020B0204020104020204" pitchFamily="34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s-CL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badi Extra Light" panose="020B0204020104020204" pitchFamily="34" charset="0"/>
                <a:ea typeface="+mn-ea"/>
                <a:cs typeface="+mn-cs"/>
              </a:rPr>
              <a:t>Negociar con los bancos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s-CL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badi Extra Light" panose="020B0204020104020204" pitchFamily="34" charset="0"/>
                <a:ea typeface="+mn-ea"/>
                <a:cs typeface="+mn-cs"/>
              </a:rPr>
              <a:t>Limpiar el acceso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s-CL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badi Extra Light" panose="020B0204020104020204" pitchFamily="34" charset="0"/>
                <a:ea typeface="+mn-ea"/>
                <a:cs typeface="+mn-cs"/>
              </a:rPr>
              <a:t>Revisar la calidad de los productos a enviar a los clientes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s-CL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badi Extra Light" panose="020B0204020104020204" pitchFamily="34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L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badi Extra Light" panose="020B0204020104020204" pitchFamily="34" charset="0"/>
                <a:ea typeface="+mn-ea"/>
                <a:cs typeface="+mn-cs"/>
              </a:rPr>
              <a:t>Más que organigrama en épocas donde se necesita ser efectivo, es asignar las acciones a alguien que cumpla el rol para hacerlas. Ejemplos, Tienes el rol de 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badi Extra Light" panose="020B0204020104020204" pitchFamily="34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s-CL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badi Extra Light" panose="020B0204020104020204" pitchFamily="34" charset="0"/>
                <a:ea typeface="+mn-ea"/>
                <a:cs typeface="+mn-cs"/>
              </a:rPr>
              <a:t>Entenderte con los bancos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s-CL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badi Extra Light" panose="020B0204020104020204" pitchFamily="34" charset="0"/>
                <a:ea typeface="+mn-ea"/>
                <a:cs typeface="+mn-cs"/>
              </a:rPr>
              <a:t>Mantener limpio el edificio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s-CL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badi Extra Light" panose="020B0204020104020204" pitchFamily="34" charset="0"/>
                <a:ea typeface="+mn-ea"/>
                <a:cs typeface="+mn-cs"/>
              </a:rPr>
              <a:t>Que los productos cumplan los estándares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A39F5574-3C53-41C8-91E2-28343FE1B56D}"/>
              </a:ext>
            </a:extLst>
          </p:cNvPr>
          <p:cNvSpPr/>
          <p:nvPr/>
        </p:nvSpPr>
        <p:spPr>
          <a:xfrm>
            <a:off x="9158990" y="2623279"/>
            <a:ext cx="2168577" cy="374754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L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otham" panose="02000604030000020004" pitchFamily="50" charset="0"/>
                <a:ea typeface="+mn-ea"/>
                <a:cs typeface="+mn-cs"/>
              </a:rPr>
              <a:t>El problema de los organigramas es que no necesariamente se han asignado todos los roles dentro, y a veces se entienden distintas cosas.</a:t>
            </a: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otham" panose="02000604030000020004" pitchFamily="50" charset="0"/>
              <a:ea typeface="+mn-ea"/>
              <a:cs typeface="+mn-cs"/>
            </a:endParaRP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L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otham" panose="02000604030000020004" pitchFamily="50" charset="0"/>
                <a:ea typeface="+mn-ea"/>
                <a:cs typeface="+mn-cs"/>
              </a:rPr>
              <a:t>Ejemplo, ¿Qué hace hoy el departamento de comunicaciones?</a:t>
            </a:r>
          </a:p>
        </p:txBody>
      </p:sp>
    </p:spTree>
    <p:extLst>
      <p:ext uri="{BB962C8B-B14F-4D97-AF65-F5344CB8AC3E}">
        <p14:creationId xmlns:p14="http://schemas.microsoft.com/office/powerpoint/2010/main" val="293956903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C551F8E8-2626-439C-90CF-666BBFE6611D}"/>
              </a:ext>
            </a:extLst>
          </p:cNvPr>
          <p:cNvSpPr txBox="1"/>
          <p:nvPr/>
        </p:nvSpPr>
        <p:spPr>
          <a:xfrm>
            <a:off x="854439" y="571285"/>
            <a:ext cx="28736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L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otham" panose="02000604030000020004" pitchFamily="50" charset="0"/>
                <a:ea typeface="+mn-ea"/>
                <a:cs typeface="+mn-cs"/>
              </a:rPr>
              <a:t>Resultados claves</a:t>
            </a:r>
          </a:p>
        </p:txBody>
      </p:sp>
      <p:sp>
        <p:nvSpPr>
          <p:cNvPr id="3" name="Elipse 2">
            <a:extLst>
              <a:ext uri="{FF2B5EF4-FFF2-40B4-BE49-F238E27FC236}">
                <a16:creationId xmlns:a16="http://schemas.microsoft.com/office/drawing/2014/main" id="{DF6E7E97-396D-49A0-8FA3-9FC2D6547576}"/>
              </a:ext>
            </a:extLst>
          </p:cNvPr>
          <p:cNvSpPr/>
          <p:nvPr/>
        </p:nvSpPr>
        <p:spPr>
          <a:xfrm>
            <a:off x="854439" y="2083632"/>
            <a:ext cx="719528" cy="72000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Elipse 3">
            <a:extLst>
              <a:ext uri="{FF2B5EF4-FFF2-40B4-BE49-F238E27FC236}">
                <a16:creationId xmlns:a16="http://schemas.microsoft.com/office/drawing/2014/main" id="{C8E11856-79EE-47D1-8C81-D5B8A1C34E4E}"/>
              </a:ext>
            </a:extLst>
          </p:cNvPr>
          <p:cNvSpPr/>
          <p:nvPr/>
        </p:nvSpPr>
        <p:spPr>
          <a:xfrm>
            <a:off x="3368347" y="2083632"/>
            <a:ext cx="719528" cy="72000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Elipse 4">
            <a:extLst>
              <a:ext uri="{FF2B5EF4-FFF2-40B4-BE49-F238E27FC236}">
                <a16:creationId xmlns:a16="http://schemas.microsoft.com/office/drawing/2014/main" id="{F116E6D6-3A38-4FAA-866B-D2B22A29F025}"/>
              </a:ext>
            </a:extLst>
          </p:cNvPr>
          <p:cNvSpPr/>
          <p:nvPr/>
        </p:nvSpPr>
        <p:spPr>
          <a:xfrm>
            <a:off x="6388308" y="1363632"/>
            <a:ext cx="719528" cy="72000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Elipse 5">
            <a:extLst>
              <a:ext uri="{FF2B5EF4-FFF2-40B4-BE49-F238E27FC236}">
                <a16:creationId xmlns:a16="http://schemas.microsoft.com/office/drawing/2014/main" id="{14E5BAA2-EB2E-4B7E-8596-7C4B43FEE654}"/>
              </a:ext>
            </a:extLst>
          </p:cNvPr>
          <p:cNvSpPr/>
          <p:nvPr/>
        </p:nvSpPr>
        <p:spPr>
          <a:xfrm>
            <a:off x="5668780" y="3675088"/>
            <a:ext cx="719528" cy="72000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Elipse 6">
            <a:extLst>
              <a:ext uri="{FF2B5EF4-FFF2-40B4-BE49-F238E27FC236}">
                <a16:creationId xmlns:a16="http://schemas.microsoft.com/office/drawing/2014/main" id="{F2E10AF6-9D6B-45C9-AA88-BBB874A9BA1E}"/>
              </a:ext>
            </a:extLst>
          </p:cNvPr>
          <p:cNvSpPr/>
          <p:nvPr/>
        </p:nvSpPr>
        <p:spPr>
          <a:xfrm>
            <a:off x="4619468" y="5219075"/>
            <a:ext cx="719528" cy="720000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Elipse 7">
            <a:extLst>
              <a:ext uri="{FF2B5EF4-FFF2-40B4-BE49-F238E27FC236}">
                <a16:creationId xmlns:a16="http://schemas.microsoft.com/office/drawing/2014/main" id="{6D5E1A9E-2C96-4CC7-BACD-D87F88872EE5}"/>
              </a:ext>
            </a:extLst>
          </p:cNvPr>
          <p:cNvSpPr/>
          <p:nvPr/>
        </p:nvSpPr>
        <p:spPr>
          <a:xfrm>
            <a:off x="8831704" y="410242"/>
            <a:ext cx="719528" cy="72000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Elipse 8">
            <a:extLst>
              <a:ext uri="{FF2B5EF4-FFF2-40B4-BE49-F238E27FC236}">
                <a16:creationId xmlns:a16="http://schemas.microsoft.com/office/drawing/2014/main" id="{912AB0FD-558A-4BC1-95EC-24796EF7FC07}"/>
              </a:ext>
            </a:extLst>
          </p:cNvPr>
          <p:cNvSpPr/>
          <p:nvPr/>
        </p:nvSpPr>
        <p:spPr>
          <a:xfrm>
            <a:off x="7872334" y="2443632"/>
            <a:ext cx="719528" cy="72000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" name="Elipse 9">
            <a:extLst>
              <a:ext uri="{FF2B5EF4-FFF2-40B4-BE49-F238E27FC236}">
                <a16:creationId xmlns:a16="http://schemas.microsoft.com/office/drawing/2014/main" id="{BF5B1F9D-C8C4-4198-92C4-0C8A42608BDB}"/>
              </a:ext>
            </a:extLst>
          </p:cNvPr>
          <p:cNvSpPr/>
          <p:nvPr/>
        </p:nvSpPr>
        <p:spPr>
          <a:xfrm>
            <a:off x="7512570" y="4035088"/>
            <a:ext cx="719528" cy="72000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Elipse 10">
            <a:extLst>
              <a:ext uri="{FF2B5EF4-FFF2-40B4-BE49-F238E27FC236}">
                <a16:creationId xmlns:a16="http://schemas.microsoft.com/office/drawing/2014/main" id="{B44149B8-8726-455D-B403-9AEA29FFC03C}"/>
              </a:ext>
            </a:extLst>
          </p:cNvPr>
          <p:cNvSpPr/>
          <p:nvPr/>
        </p:nvSpPr>
        <p:spPr>
          <a:xfrm>
            <a:off x="6133478" y="5939075"/>
            <a:ext cx="719528" cy="72000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13" name="Conector recto de flecha 12">
            <a:extLst>
              <a:ext uri="{FF2B5EF4-FFF2-40B4-BE49-F238E27FC236}">
                <a16:creationId xmlns:a16="http://schemas.microsoft.com/office/drawing/2014/main" id="{6C4B417B-A5B8-430E-8E40-BE0934558EFC}"/>
              </a:ext>
            </a:extLst>
          </p:cNvPr>
          <p:cNvCxnSpPr>
            <a:stCxn id="4" idx="2"/>
            <a:endCxn id="3" idx="6"/>
          </p:cNvCxnSpPr>
          <p:nvPr/>
        </p:nvCxnSpPr>
        <p:spPr>
          <a:xfrm flipH="1">
            <a:off x="1573967" y="2443632"/>
            <a:ext cx="179438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recto de flecha 14">
            <a:extLst>
              <a:ext uri="{FF2B5EF4-FFF2-40B4-BE49-F238E27FC236}">
                <a16:creationId xmlns:a16="http://schemas.microsoft.com/office/drawing/2014/main" id="{2025EF1E-443B-4099-BB6E-1EBF54ED5A13}"/>
              </a:ext>
            </a:extLst>
          </p:cNvPr>
          <p:cNvCxnSpPr>
            <a:stCxn id="5" idx="2"/>
            <a:endCxn id="4" idx="6"/>
          </p:cNvCxnSpPr>
          <p:nvPr/>
        </p:nvCxnSpPr>
        <p:spPr>
          <a:xfrm flipH="1">
            <a:off x="4087875" y="1723632"/>
            <a:ext cx="2300433" cy="7200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recto de flecha 16">
            <a:extLst>
              <a:ext uri="{FF2B5EF4-FFF2-40B4-BE49-F238E27FC236}">
                <a16:creationId xmlns:a16="http://schemas.microsoft.com/office/drawing/2014/main" id="{FD2E8B44-9AAE-4D94-908B-F414CC58F9F7}"/>
              </a:ext>
            </a:extLst>
          </p:cNvPr>
          <p:cNvCxnSpPr>
            <a:stCxn id="9" idx="2"/>
            <a:endCxn id="4" idx="6"/>
          </p:cNvCxnSpPr>
          <p:nvPr/>
        </p:nvCxnSpPr>
        <p:spPr>
          <a:xfrm flipH="1" flipV="1">
            <a:off x="4087875" y="2443632"/>
            <a:ext cx="3784459" cy="3600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ector recto de flecha 18">
            <a:extLst>
              <a:ext uri="{FF2B5EF4-FFF2-40B4-BE49-F238E27FC236}">
                <a16:creationId xmlns:a16="http://schemas.microsoft.com/office/drawing/2014/main" id="{3FD5236F-BCAD-44EA-81EC-F3DBEF527E07}"/>
              </a:ext>
            </a:extLst>
          </p:cNvPr>
          <p:cNvCxnSpPr>
            <a:stCxn id="6" idx="1"/>
            <a:endCxn id="4" idx="6"/>
          </p:cNvCxnSpPr>
          <p:nvPr/>
        </p:nvCxnSpPr>
        <p:spPr>
          <a:xfrm flipH="1" flipV="1">
            <a:off x="4087875" y="2443632"/>
            <a:ext cx="1686277" cy="133689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 recto de flecha 20">
            <a:extLst>
              <a:ext uri="{FF2B5EF4-FFF2-40B4-BE49-F238E27FC236}">
                <a16:creationId xmlns:a16="http://schemas.microsoft.com/office/drawing/2014/main" id="{2867F580-3EA0-4FBE-A4E0-480A11B6B03F}"/>
              </a:ext>
            </a:extLst>
          </p:cNvPr>
          <p:cNvCxnSpPr>
            <a:stCxn id="10" idx="2"/>
            <a:endCxn id="6" idx="6"/>
          </p:cNvCxnSpPr>
          <p:nvPr/>
        </p:nvCxnSpPr>
        <p:spPr>
          <a:xfrm flipH="1" flipV="1">
            <a:off x="6388308" y="4035088"/>
            <a:ext cx="1124262" cy="3600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ector recto de flecha 22">
            <a:extLst>
              <a:ext uri="{FF2B5EF4-FFF2-40B4-BE49-F238E27FC236}">
                <a16:creationId xmlns:a16="http://schemas.microsoft.com/office/drawing/2014/main" id="{F71FB71C-ADA2-4977-9658-BDE50FC93B74}"/>
              </a:ext>
            </a:extLst>
          </p:cNvPr>
          <p:cNvCxnSpPr>
            <a:stCxn id="8" idx="2"/>
            <a:endCxn id="5" idx="7"/>
          </p:cNvCxnSpPr>
          <p:nvPr/>
        </p:nvCxnSpPr>
        <p:spPr>
          <a:xfrm flipH="1">
            <a:off x="7002464" y="770242"/>
            <a:ext cx="1829240" cy="6988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ector recto de flecha 24">
            <a:extLst>
              <a:ext uri="{FF2B5EF4-FFF2-40B4-BE49-F238E27FC236}">
                <a16:creationId xmlns:a16="http://schemas.microsoft.com/office/drawing/2014/main" id="{C06179B6-9D9E-4C20-A6EF-0816F580EA70}"/>
              </a:ext>
            </a:extLst>
          </p:cNvPr>
          <p:cNvCxnSpPr>
            <a:stCxn id="7" idx="0"/>
            <a:endCxn id="4" idx="6"/>
          </p:cNvCxnSpPr>
          <p:nvPr/>
        </p:nvCxnSpPr>
        <p:spPr>
          <a:xfrm flipH="1" flipV="1">
            <a:off x="4087875" y="2443632"/>
            <a:ext cx="891357" cy="277544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ector recto de flecha 26">
            <a:extLst>
              <a:ext uri="{FF2B5EF4-FFF2-40B4-BE49-F238E27FC236}">
                <a16:creationId xmlns:a16="http://schemas.microsoft.com/office/drawing/2014/main" id="{A4158F2C-8C05-49BD-87DB-0746D0229C1B}"/>
              </a:ext>
            </a:extLst>
          </p:cNvPr>
          <p:cNvCxnSpPr>
            <a:cxnSpLocks/>
            <a:stCxn id="11" idx="1"/>
            <a:endCxn id="7" idx="6"/>
          </p:cNvCxnSpPr>
          <p:nvPr/>
        </p:nvCxnSpPr>
        <p:spPr>
          <a:xfrm flipH="1" flipV="1">
            <a:off x="5338996" y="5579075"/>
            <a:ext cx="899854" cy="46544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CuadroTexto 28">
            <a:extLst>
              <a:ext uri="{FF2B5EF4-FFF2-40B4-BE49-F238E27FC236}">
                <a16:creationId xmlns:a16="http://schemas.microsoft.com/office/drawing/2014/main" id="{E3CC1765-6FCA-45F5-8754-6625C2F4F61E}"/>
              </a:ext>
            </a:extLst>
          </p:cNvPr>
          <p:cNvSpPr txBox="1"/>
          <p:nvPr/>
        </p:nvSpPr>
        <p:spPr>
          <a:xfrm>
            <a:off x="854439" y="3163632"/>
            <a:ext cx="2109174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L" sz="1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otham" panose="02000604030000020004" pitchFamily="50" charset="0"/>
                <a:ea typeface="+mn-ea"/>
                <a:cs typeface="+mn-cs"/>
              </a:rPr>
              <a:t>Tener la mejor percepción de calidad del plato desde todos los clientes</a:t>
            </a:r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23D2FC07-BCD4-40F3-8A12-DF69033BBBCE}"/>
              </a:ext>
            </a:extLst>
          </p:cNvPr>
          <p:cNvSpPr txBox="1"/>
          <p:nvPr/>
        </p:nvSpPr>
        <p:spPr>
          <a:xfrm>
            <a:off x="332545" y="1551161"/>
            <a:ext cx="24983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L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otham" panose="02000604030000020004" pitchFamily="50" charset="0"/>
                <a:ea typeface="+mn-ea"/>
                <a:cs typeface="+mn-cs"/>
              </a:rPr>
              <a:t>Restaurante - </a:t>
            </a:r>
            <a:r>
              <a:rPr kumimoji="0" lang="es-C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otham" panose="02000604030000020004" pitchFamily="50" charset="0"/>
                <a:ea typeface="+mn-ea"/>
                <a:cs typeface="+mn-cs"/>
              </a:rPr>
              <a:t>dueño</a:t>
            </a:r>
          </a:p>
        </p:txBody>
      </p:sp>
      <p:sp>
        <p:nvSpPr>
          <p:cNvPr id="31" name="CuadroTexto 30">
            <a:extLst>
              <a:ext uri="{FF2B5EF4-FFF2-40B4-BE49-F238E27FC236}">
                <a16:creationId xmlns:a16="http://schemas.microsoft.com/office/drawing/2014/main" id="{62FCF2D8-40B2-4333-9791-8DDA12479AE7}"/>
              </a:ext>
            </a:extLst>
          </p:cNvPr>
          <p:cNvSpPr txBox="1"/>
          <p:nvPr/>
        </p:nvSpPr>
        <p:spPr>
          <a:xfrm>
            <a:off x="6388308" y="934992"/>
            <a:ext cx="24035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L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otham" panose="02000604030000020004" pitchFamily="50" charset="0"/>
                <a:ea typeface="+mn-ea"/>
                <a:cs typeface="+mn-cs"/>
              </a:rPr>
              <a:t>Unidad de compras</a:t>
            </a:r>
          </a:p>
        </p:txBody>
      </p:sp>
      <p:sp>
        <p:nvSpPr>
          <p:cNvPr id="32" name="CuadroTexto 31">
            <a:extLst>
              <a:ext uri="{FF2B5EF4-FFF2-40B4-BE49-F238E27FC236}">
                <a16:creationId xmlns:a16="http://schemas.microsoft.com/office/drawing/2014/main" id="{899998B0-658F-4F04-9CF2-3C384855A708}"/>
              </a:ext>
            </a:extLst>
          </p:cNvPr>
          <p:cNvSpPr txBox="1"/>
          <p:nvPr/>
        </p:nvSpPr>
        <p:spPr>
          <a:xfrm>
            <a:off x="3368347" y="1551161"/>
            <a:ext cx="17244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L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otham" panose="02000604030000020004" pitchFamily="50" charset="0"/>
                <a:ea typeface="+mn-ea"/>
                <a:cs typeface="+mn-cs"/>
              </a:rPr>
              <a:t>Cocina - </a:t>
            </a:r>
            <a:r>
              <a:rPr kumimoji="0" lang="es-C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otham" panose="02000604030000020004" pitchFamily="50" charset="0"/>
                <a:ea typeface="+mn-ea"/>
                <a:cs typeface="+mn-cs"/>
              </a:rPr>
              <a:t>Chef</a:t>
            </a:r>
          </a:p>
        </p:txBody>
      </p:sp>
      <p:sp>
        <p:nvSpPr>
          <p:cNvPr id="33" name="CuadroTexto 32">
            <a:extLst>
              <a:ext uri="{FF2B5EF4-FFF2-40B4-BE49-F238E27FC236}">
                <a16:creationId xmlns:a16="http://schemas.microsoft.com/office/drawing/2014/main" id="{B5385C2C-C1D4-4898-9AD3-1F7A70A8D06A}"/>
              </a:ext>
            </a:extLst>
          </p:cNvPr>
          <p:cNvSpPr txBox="1"/>
          <p:nvPr/>
        </p:nvSpPr>
        <p:spPr>
          <a:xfrm>
            <a:off x="3368347" y="2998337"/>
            <a:ext cx="2109174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L" sz="1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otham" panose="02000604030000020004" pitchFamily="50" charset="0"/>
                <a:ea typeface="+mn-ea"/>
                <a:cs typeface="+mn-cs"/>
              </a:rPr>
              <a:t>Platos a tiempo (20min), presentación impecable (revisión a tiempo), “ricos” recetas únicas</a:t>
            </a:r>
          </a:p>
        </p:txBody>
      </p:sp>
      <p:sp>
        <p:nvSpPr>
          <p:cNvPr id="34" name="CuadroTexto 33">
            <a:extLst>
              <a:ext uri="{FF2B5EF4-FFF2-40B4-BE49-F238E27FC236}">
                <a16:creationId xmlns:a16="http://schemas.microsoft.com/office/drawing/2014/main" id="{DDC91252-4153-41AF-A109-265A99732FD5}"/>
              </a:ext>
            </a:extLst>
          </p:cNvPr>
          <p:cNvSpPr txBox="1"/>
          <p:nvPr/>
        </p:nvSpPr>
        <p:spPr>
          <a:xfrm>
            <a:off x="1950907" y="5530752"/>
            <a:ext cx="270735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L" sz="1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otham" panose="02000604030000020004" pitchFamily="50" charset="0"/>
                <a:ea typeface="+mn-ea"/>
                <a:cs typeface="+mn-cs"/>
              </a:rPr>
              <a:t>No romper procesos críticos en alimentos de alto estándar (curado de carnes, frio en pescados, etc.)</a:t>
            </a:r>
          </a:p>
        </p:txBody>
      </p:sp>
      <p:sp>
        <p:nvSpPr>
          <p:cNvPr id="35" name="CuadroTexto 34">
            <a:extLst>
              <a:ext uri="{FF2B5EF4-FFF2-40B4-BE49-F238E27FC236}">
                <a16:creationId xmlns:a16="http://schemas.microsoft.com/office/drawing/2014/main" id="{E43F2524-03FB-4902-843F-5D6D4070386C}"/>
              </a:ext>
            </a:extLst>
          </p:cNvPr>
          <p:cNvSpPr txBox="1"/>
          <p:nvPr/>
        </p:nvSpPr>
        <p:spPr>
          <a:xfrm>
            <a:off x="7335066" y="1366136"/>
            <a:ext cx="27073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L" sz="1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otham" panose="02000604030000020004" pitchFamily="50" charset="0"/>
                <a:ea typeface="+mn-ea"/>
                <a:cs typeface="+mn-cs"/>
              </a:rPr>
              <a:t>Conseguir materia prima de alta calidad, fresca</a:t>
            </a:r>
          </a:p>
        </p:txBody>
      </p:sp>
      <p:sp>
        <p:nvSpPr>
          <p:cNvPr id="36" name="CuadroTexto 35">
            <a:extLst>
              <a:ext uri="{FF2B5EF4-FFF2-40B4-BE49-F238E27FC236}">
                <a16:creationId xmlns:a16="http://schemas.microsoft.com/office/drawing/2014/main" id="{6805728C-F045-4701-B41E-1CB933523B06}"/>
              </a:ext>
            </a:extLst>
          </p:cNvPr>
          <p:cNvSpPr txBox="1"/>
          <p:nvPr/>
        </p:nvSpPr>
        <p:spPr>
          <a:xfrm>
            <a:off x="854439" y="5025077"/>
            <a:ext cx="38704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L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otham" panose="02000604030000020004" pitchFamily="50" charset="0"/>
                <a:ea typeface="+mn-ea"/>
                <a:cs typeface="+mn-cs"/>
              </a:rPr>
              <a:t>Bodega – </a:t>
            </a:r>
            <a:r>
              <a:rPr kumimoji="0" lang="es-C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otham" panose="02000604030000020004" pitchFamily="50" charset="0"/>
                <a:ea typeface="+mn-ea"/>
                <a:cs typeface="+mn-cs"/>
              </a:rPr>
              <a:t>Jefe de local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E522174E-7044-4A58-BF1B-29FF9C5868C0}"/>
              </a:ext>
            </a:extLst>
          </p:cNvPr>
          <p:cNvSpPr txBox="1"/>
          <p:nvPr/>
        </p:nvSpPr>
        <p:spPr>
          <a:xfrm>
            <a:off x="7131512" y="5129600"/>
            <a:ext cx="4396075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s-CL"/>
            </a:defPPr>
            <a:lvl1pPr>
              <a:defRPr sz="2400">
                <a:latin typeface="Gotham" panose="02000604030000020004" pitchFamily="50" charset="0"/>
              </a:defRPr>
            </a:lvl1pPr>
          </a:lstStyle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s-CL" sz="20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Gotham" panose="02000604030000020004" pitchFamily="50" charset="0"/>
                <a:ea typeface="+mn-ea"/>
                <a:cs typeface="+mn-cs"/>
              </a:rPr>
              <a:t>Deconstruir objetivos</a:t>
            </a: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s-CL" sz="20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Gotham" panose="02000604030000020004" pitchFamily="50" charset="0"/>
                <a:ea typeface="+mn-ea"/>
                <a:cs typeface="+mn-cs"/>
              </a:rPr>
              <a:t>Bajar conversación</a:t>
            </a: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s-CL" sz="20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Gotham" panose="02000604030000020004" pitchFamily="50" charset="0"/>
                <a:ea typeface="+mn-ea"/>
                <a:cs typeface="+mn-cs"/>
              </a:rPr>
              <a:t>Establecer RC y compromiso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45E447E6-2FC8-4C57-8651-5770F93E88E0}"/>
              </a:ext>
            </a:extLst>
          </p:cNvPr>
          <p:cNvSpPr txBox="1"/>
          <p:nvPr/>
        </p:nvSpPr>
        <p:spPr>
          <a:xfrm>
            <a:off x="5980104" y="3206293"/>
            <a:ext cx="20113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CL"/>
            </a:defPPr>
            <a:lvl1pPr>
              <a:defRPr>
                <a:latin typeface="Gotham" panose="02000604030000020004" pitchFamily="50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L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otham" panose="02000604030000020004" pitchFamily="50" charset="0"/>
                <a:ea typeface="+mn-ea"/>
                <a:cs typeface="+mn-cs"/>
              </a:rPr>
              <a:t>Mesas - </a:t>
            </a:r>
            <a:r>
              <a:rPr kumimoji="0" lang="es-C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otham" panose="02000604030000020004" pitchFamily="50" charset="0"/>
                <a:ea typeface="+mn-ea"/>
                <a:cs typeface="+mn-cs"/>
              </a:rPr>
              <a:t>Mozos</a:t>
            </a:r>
          </a:p>
        </p:txBody>
      </p:sp>
      <p:sp>
        <p:nvSpPr>
          <p:cNvPr id="37" name="CuadroTexto 36">
            <a:extLst>
              <a:ext uri="{FF2B5EF4-FFF2-40B4-BE49-F238E27FC236}">
                <a16:creationId xmlns:a16="http://schemas.microsoft.com/office/drawing/2014/main" id="{7F1D18A9-8A87-4ED8-B8A7-C9B8FC873D7C}"/>
              </a:ext>
            </a:extLst>
          </p:cNvPr>
          <p:cNvSpPr txBox="1"/>
          <p:nvPr/>
        </p:nvSpPr>
        <p:spPr>
          <a:xfrm>
            <a:off x="7787196" y="2089329"/>
            <a:ext cx="37844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CL"/>
            </a:defPPr>
            <a:lvl1pPr>
              <a:defRPr>
                <a:latin typeface="Gotham" panose="02000604030000020004" pitchFamily="50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L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otham" panose="02000604030000020004" pitchFamily="50" charset="0"/>
                <a:ea typeface="+mn-ea"/>
                <a:cs typeface="+mn-cs"/>
              </a:rPr>
              <a:t>Unidad de Diseño - </a:t>
            </a:r>
            <a:r>
              <a:rPr kumimoji="0" lang="es-C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otham" panose="02000604030000020004" pitchFamily="50" charset="0"/>
                <a:ea typeface="+mn-ea"/>
                <a:cs typeface="+mn-cs"/>
              </a:rPr>
              <a:t>Diseñador</a:t>
            </a:r>
          </a:p>
        </p:txBody>
      </p:sp>
    </p:spTree>
    <p:extLst>
      <p:ext uri="{BB962C8B-B14F-4D97-AF65-F5344CB8AC3E}">
        <p14:creationId xmlns:p14="http://schemas.microsoft.com/office/powerpoint/2010/main" val="13617068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705A23E6-70C8-4F43-901D-9BE34D8BA473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93151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L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otham" panose="02000604030000020004" pitchFamily="50" charset="0"/>
                <a:ea typeface="+mj-ea"/>
                <a:cs typeface="+mj-cs"/>
              </a:rPr>
              <a:t>¿Qué implica?</a:t>
            </a:r>
          </a:p>
        </p:txBody>
      </p:sp>
      <p:grpSp>
        <p:nvGrpSpPr>
          <p:cNvPr id="8" name="Grupo 7">
            <a:extLst>
              <a:ext uri="{FF2B5EF4-FFF2-40B4-BE49-F238E27FC236}">
                <a16:creationId xmlns:a16="http://schemas.microsoft.com/office/drawing/2014/main" id="{E6E7CCDD-728E-492C-BDBF-EDB1E98E8829}"/>
              </a:ext>
            </a:extLst>
          </p:cNvPr>
          <p:cNvGrpSpPr/>
          <p:nvPr/>
        </p:nvGrpSpPr>
        <p:grpSpPr>
          <a:xfrm>
            <a:off x="597108" y="2295629"/>
            <a:ext cx="10997784" cy="4197246"/>
            <a:chOff x="1034321" y="2158584"/>
            <a:chExt cx="10997784" cy="4197246"/>
          </a:xfrm>
        </p:grpSpPr>
        <p:sp>
          <p:nvSpPr>
            <p:cNvPr id="5" name="Rectángulo 4">
              <a:extLst>
                <a:ext uri="{FF2B5EF4-FFF2-40B4-BE49-F238E27FC236}">
                  <a16:creationId xmlns:a16="http://schemas.microsoft.com/office/drawing/2014/main" id="{F6778346-9964-418A-A39C-5F2E1A78D61C}"/>
                </a:ext>
              </a:extLst>
            </p:cNvPr>
            <p:cNvSpPr/>
            <p:nvPr/>
          </p:nvSpPr>
          <p:spPr>
            <a:xfrm>
              <a:off x="1034321" y="2158584"/>
              <a:ext cx="3462728" cy="4197246"/>
            </a:xfrm>
            <a:prstGeom prst="rect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CL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otham" panose="02000604030000020004" pitchFamily="50" charset="0"/>
                  <a:ea typeface="+mn-ea"/>
                  <a:cs typeface="+mn-cs"/>
                </a:rPr>
                <a:t>¿Cómo? ¿De que forma le toca a cada equipo? Hasta la jerarquía más baja 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CL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otham" panose="02000604030000020004" pitchFamily="50" charset="0"/>
                <a:ea typeface="+mn-ea"/>
                <a:cs typeface="+mn-cs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CL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otham" panose="02000604030000020004" pitchFamily="50" charset="0"/>
                <a:ea typeface="+mn-ea"/>
                <a:cs typeface="+mn-cs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CL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otham" panose="02000604030000020004" pitchFamily="50" charset="0"/>
                <a:ea typeface="+mn-ea"/>
                <a:cs typeface="+mn-cs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CL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otham" panose="02000604030000020004" pitchFamily="50" charset="0"/>
                  <a:ea typeface="+mn-ea"/>
                  <a:cs typeface="+mn-cs"/>
                </a:rPr>
                <a:t>¿Cómo permitir empoderarse y participar?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CL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otham" panose="02000604030000020004" pitchFamily="50" charset="0"/>
                <a:ea typeface="+mn-ea"/>
                <a:cs typeface="+mn-cs"/>
              </a:endParaRPr>
            </a:p>
            <a:p>
              <a:pPr marL="285750" marR="0" lvl="0" indent="-2857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s-CL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otham" panose="02000604030000020004" pitchFamily="50" charset="0"/>
                  <a:ea typeface="+mn-ea"/>
                  <a:cs typeface="+mn-cs"/>
                </a:rPr>
                <a:t>Buscar deconstruir objetivos centrales en laterales atractivos</a:t>
              </a:r>
            </a:p>
            <a:p>
              <a:pPr marL="285750" marR="0" lvl="0" indent="-2857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s-CL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otham" panose="02000604030000020004" pitchFamily="50" charset="0"/>
                  <a:ea typeface="+mn-ea"/>
                  <a:cs typeface="+mn-cs"/>
                </a:rPr>
                <a:t>Enorgullecer, desafiar, relevar, dar importancia a las personas</a:t>
              </a:r>
            </a:p>
          </p:txBody>
        </p:sp>
        <p:sp>
          <p:nvSpPr>
            <p:cNvPr id="6" name="Rectángulo 5">
              <a:extLst>
                <a:ext uri="{FF2B5EF4-FFF2-40B4-BE49-F238E27FC236}">
                  <a16:creationId xmlns:a16="http://schemas.microsoft.com/office/drawing/2014/main" id="{3268CA36-BF76-43B9-A515-15B50DB86B6C}"/>
                </a:ext>
              </a:extLst>
            </p:cNvPr>
            <p:cNvSpPr/>
            <p:nvPr/>
          </p:nvSpPr>
          <p:spPr>
            <a:xfrm>
              <a:off x="4801849" y="2158584"/>
              <a:ext cx="3462728" cy="4197246"/>
            </a:xfrm>
            <a:prstGeom prst="rect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CL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otham" panose="02000604030000020004" pitchFamily="50" charset="0"/>
                  <a:ea typeface="+mn-ea"/>
                  <a:cs typeface="+mn-cs"/>
                </a:rPr>
                <a:t>¿Cómo comunicar para recibir apoyos laterales? Crear una red de sostén a las tareas y asignaciones matriciales – conectadas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CL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otham" panose="02000604030000020004" pitchFamily="50" charset="0"/>
                <a:ea typeface="+mn-ea"/>
                <a:cs typeface="+mn-cs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CL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otham" panose="02000604030000020004" pitchFamily="50" charset="0"/>
                  <a:ea typeface="+mn-ea"/>
                  <a:cs typeface="+mn-cs"/>
                </a:rPr>
                <a:t>¿Cómo generar una red de cambio?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CL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otham" panose="02000604030000020004" pitchFamily="50" charset="0"/>
                <a:ea typeface="+mn-ea"/>
                <a:cs typeface="+mn-cs"/>
              </a:endParaRPr>
            </a:p>
            <a:p>
              <a:pPr marL="285750" marR="0" lvl="0" indent="-2857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s-CL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otham" panose="02000604030000020004" pitchFamily="50" charset="0"/>
                  <a:ea typeface="+mn-ea"/>
                  <a:cs typeface="+mn-cs"/>
                </a:rPr>
                <a:t>Discutir objetivos y ver apoyos cruzados</a:t>
              </a:r>
            </a:p>
            <a:p>
              <a:pPr marL="285750" marR="0" lvl="0" indent="-2857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s-CL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otham" panose="02000604030000020004" pitchFamily="50" charset="0"/>
                  <a:ea typeface="+mn-ea"/>
                  <a:cs typeface="+mn-cs"/>
                </a:rPr>
                <a:t>Reforzar la cultura del apoyo sin miedo y de desafíos “sanos” (</a:t>
              </a:r>
              <a:r>
                <a:rPr kumimoji="0" lang="es-CL" sz="16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otham" panose="02000604030000020004" pitchFamily="50" charset="0"/>
                  <a:ea typeface="+mn-ea"/>
                  <a:cs typeface="+mn-cs"/>
                </a:rPr>
                <a:t>franqueza</a:t>
              </a:r>
              <a:r>
                <a:rPr kumimoji="0" lang="es-CL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otham" panose="02000604030000020004" pitchFamily="50" charset="0"/>
                  <a:ea typeface="+mn-ea"/>
                  <a:cs typeface="+mn-cs"/>
                </a:rPr>
                <a:t>)</a:t>
              </a:r>
            </a:p>
          </p:txBody>
        </p:sp>
        <p:sp>
          <p:nvSpPr>
            <p:cNvPr id="7" name="Rectángulo 6">
              <a:extLst>
                <a:ext uri="{FF2B5EF4-FFF2-40B4-BE49-F238E27FC236}">
                  <a16:creationId xmlns:a16="http://schemas.microsoft.com/office/drawing/2014/main" id="{CF5BAF3D-C8A5-4E3C-B385-30F946DF501D}"/>
                </a:ext>
              </a:extLst>
            </p:cNvPr>
            <p:cNvSpPr/>
            <p:nvPr/>
          </p:nvSpPr>
          <p:spPr>
            <a:xfrm>
              <a:off x="8569377" y="2158584"/>
              <a:ext cx="3462728" cy="4197246"/>
            </a:xfrm>
            <a:prstGeom prst="rect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CL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otham" panose="02000604030000020004" pitchFamily="50" charset="0"/>
                  <a:ea typeface="+mn-ea"/>
                  <a:cs typeface="+mn-cs"/>
                </a:rPr>
                <a:t>Hacer que la innovación se sienta como propia de todo desafío. Que toda la organización sienta que se crean cosas.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CL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otham" panose="02000604030000020004" pitchFamily="50" charset="0"/>
                <a:ea typeface="+mn-ea"/>
                <a:cs typeface="+mn-cs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CL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otham" panose="02000604030000020004" pitchFamily="50" charset="0"/>
                  <a:ea typeface="+mn-ea"/>
                  <a:cs typeface="+mn-cs"/>
                </a:rPr>
                <a:t>Desafiarse a hacer buenos productos. Que existe espacio.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CL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otham" panose="02000604030000020004" pitchFamily="50" charset="0"/>
                <a:ea typeface="+mn-ea"/>
                <a:cs typeface="+mn-cs"/>
              </a:endParaRPr>
            </a:p>
            <a:p>
              <a:pPr marL="285750" marR="0" lvl="0" indent="-2857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s-CL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otham" panose="02000604030000020004" pitchFamily="50" charset="0"/>
                  <a:ea typeface="+mn-ea"/>
                  <a:cs typeface="+mn-cs"/>
                </a:rPr>
                <a:t>Conversar sobre posibilidades de innovar, definir que significa una tarea bien hecha</a:t>
              </a:r>
            </a:p>
            <a:p>
              <a:pPr marL="285750" marR="0" lvl="0" indent="-2857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s-CL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otham" panose="02000604030000020004" pitchFamily="50" charset="0"/>
                  <a:ea typeface="+mn-ea"/>
                  <a:cs typeface="+mn-cs"/>
                </a:rPr>
                <a:t>Definir que enorgullece a cada participante</a:t>
              </a:r>
            </a:p>
          </p:txBody>
        </p:sp>
      </p:grpSp>
      <p:sp>
        <p:nvSpPr>
          <p:cNvPr id="9" name="CuadroTexto 8">
            <a:extLst>
              <a:ext uri="{FF2B5EF4-FFF2-40B4-BE49-F238E27FC236}">
                <a16:creationId xmlns:a16="http://schemas.microsoft.com/office/drawing/2014/main" id="{EF8A4C91-7D9E-4F1F-ADC9-764457A7E909}"/>
              </a:ext>
            </a:extLst>
          </p:cNvPr>
          <p:cNvSpPr txBox="1"/>
          <p:nvPr/>
        </p:nvSpPr>
        <p:spPr>
          <a:xfrm>
            <a:off x="597108" y="1649298"/>
            <a:ext cx="34627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L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otham" panose="02000604030000020004" pitchFamily="50" charset="0"/>
                <a:ea typeface="+mn-ea"/>
                <a:cs typeface="+mn-cs"/>
              </a:rPr>
              <a:t>Esforzarse por ser “</a:t>
            </a:r>
            <a:r>
              <a:rPr kumimoji="0" lang="es-CL" sz="1800" b="0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otham" panose="02000604030000020004" pitchFamily="50" charset="0"/>
                <a:ea typeface="+mn-ea"/>
                <a:cs typeface="+mn-cs"/>
              </a:rPr>
              <a:t>bottom</a:t>
            </a:r>
            <a:r>
              <a:rPr kumimoji="0" lang="es-CL" sz="1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otham" panose="02000604030000020004" pitchFamily="50" charset="0"/>
                <a:ea typeface="+mn-ea"/>
                <a:cs typeface="+mn-cs"/>
              </a:rPr>
              <a:t> up</a:t>
            </a:r>
            <a:r>
              <a:rPr kumimoji="0" lang="es-CL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otham" panose="02000604030000020004" pitchFamily="50" charset="0"/>
                <a:ea typeface="+mn-ea"/>
                <a:cs typeface="+mn-cs"/>
              </a:rPr>
              <a:t>”. Se propone, se conversa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AAF71412-5D01-418F-A765-18E6A4E98538}"/>
              </a:ext>
            </a:extLst>
          </p:cNvPr>
          <p:cNvSpPr txBox="1"/>
          <p:nvPr/>
        </p:nvSpPr>
        <p:spPr>
          <a:xfrm>
            <a:off x="8132164" y="1649297"/>
            <a:ext cx="34627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L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otham" panose="02000604030000020004" pitchFamily="50" charset="0"/>
                <a:ea typeface="+mn-ea"/>
                <a:cs typeface="+mn-cs"/>
              </a:rPr>
              <a:t>Empujar la innovación, premiarla. Empoderar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69135D6F-581F-47A1-B469-4775D362A4FD}"/>
              </a:ext>
            </a:extLst>
          </p:cNvPr>
          <p:cNvSpPr txBox="1"/>
          <p:nvPr/>
        </p:nvSpPr>
        <p:spPr>
          <a:xfrm>
            <a:off x="4364635" y="1649297"/>
            <a:ext cx="358015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L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otham" panose="02000604030000020004" pitchFamily="50" charset="0"/>
                <a:ea typeface="+mn-ea"/>
                <a:cs typeface="+mn-cs"/>
              </a:rPr>
              <a:t>Trabajar en equipo, apoyarse. Instalar fuerza positiva</a:t>
            </a:r>
          </a:p>
        </p:txBody>
      </p:sp>
    </p:spTree>
    <p:extLst>
      <p:ext uri="{BB962C8B-B14F-4D97-AF65-F5344CB8AC3E}">
        <p14:creationId xmlns:p14="http://schemas.microsoft.com/office/powerpoint/2010/main" val="403220105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Rectangle 70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1026" name="Picture 2" descr="Matrimonios al aire libre en Santiago • Fotografía de matrimonios">
            <a:extLst>
              <a:ext uri="{FF2B5EF4-FFF2-40B4-BE49-F238E27FC236}">
                <a16:creationId xmlns:a16="http://schemas.microsoft.com/office/drawing/2014/main" id="{3746254D-3B14-4FCA-B4F5-27C088A229B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20" y="1282"/>
            <a:ext cx="12191980" cy="68567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ángulo 1">
            <a:extLst>
              <a:ext uri="{FF2B5EF4-FFF2-40B4-BE49-F238E27FC236}">
                <a16:creationId xmlns:a16="http://schemas.microsoft.com/office/drawing/2014/main" id="{669087B4-8A3F-42B2-B2FC-D7B749F270B3}"/>
              </a:ext>
            </a:extLst>
          </p:cNvPr>
          <p:cNvSpPr/>
          <p:nvPr/>
        </p:nvSpPr>
        <p:spPr>
          <a:xfrm>
            <a:off x="8079698" y="4841823"/>
            <a:ext cx="3132945" cy="1199213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L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" panose="02000604030000020004" pitchFamily="50" charset="0"/>
                <a:ea typeface="+mn-ea"/>
                <a:cs typeface="+mn-cs"/>
              </a:rPr>
              <a:t>¡¡¡Quiero una fiesta increíble!!!!</a:t>
            </a:r>
          </a:p>
        </p:txBody>
      </p:sp>
    </p:spTree>
    <p:extLst>
      <p:ext uri="{BB962C8B-B14F-4D97-AF65-F5344CB8AC3E}">
        <p14:creationId xmlns:p14="http://schemas.microsoft.com/office/powerpoint/2010/main" val="193075164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4424A834-2ADA-4D65-9646-F7E2DEA88F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CL" sz="3600" dirty="0">
                <a:latin typeface="Gotham Book" panose="02000604040000020004" pitchFamily="50" charset="0"/>
              </a:rPr>
              <a:t>EJERCICIO #1 </a:t>
            </a:r>
            <a:r>
              <a:rPr lang="es-CL" sz="3600" dirty="0" err="1">
                <a:latin typeface="Gotham Book" panose="02000604040000020004" pitchFamily="50" charset="0"/>
              </a:rPr>
              <a:t>OKRs</a:t>
            </a:r>
            <a:br>
              <a:rPr lang="es-CL" sz="3600" dirty="0">
                <a:latin typeface="Gotham Book" panose="02000604040000020004" pitchFamily="50" charset="0"/>
              </a:rPr>
            </a:br>
            <a:r>
              <a:rPr lang="es-CL" sz="2800" b="1" dirty="0">
                <a:latin typeface="Gotham Book" panose="02000604040000020004" pitchFamily="50" charset="0"/>
              </a:rPr>
              <a:t>Armemos una fiesta de matrimonio genial</a:t>
            </a:r>
            <a:endParaRPr lang="es-CL" sz="3600" b="1" dirty="0">
              <a:latin typeface="Gotham Book" panose="02000604040000020004" pitchFamily="50" charset="0"/>
            </a:endParaRPr>
          </a:p>
        </p:txBody>
      </p:sp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id="{29EF97B5-228F-4628-992C-AD4B4CFBC1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CL" sz="2400" dirty="0">
                <a:latin typeface="Gotham Book" panose="02000604040000020004" pitchFamily="50" charset="0"/>
              </a:rPr>
              <a:t>Betty y Armando están planeando su fiesta de matrimonio. Esta debe ser genial –ambos están de acuerdo-, pero se han dado cuenta de que se les paso el tiempo y aún no coincidían en que es “</a:t>
            </a:r>
            <a:r>
              <a:rPr lang="es-CL" sz="2400" b="1" dirty="0">
                <a:latin typeface="Gotham Book" panose="02000604040000020004" pitchFamily="50" charset="0"/>
              </a:rPr>
              <a:t>genial</a:t>
            </a:r>
            <a:r>
              <a:rPr lang="es-CL" sz="2400" dirty="0">
                <a:latin typeface="Gotham Book" panose="02000604040000020004" pitchFamily="50" charset="0"/>
              </a:rPr>
              <a:t>”.</a:t>
            </a:r>
          </a:p>
          <a:p>
            <a:r>
              <a:rPr lang="es-CL" sz="2400" dirty="0">
                <a:latin typeface="Gotham Book" panose="02000604040000020004" pitchFamily="50" charset="0"/>
              </a:rPr>
              <a:t>Necesitan aclararlo pronto y además ponerse en acción, para dar instrucciones a los encargados de:</a:t>
            </a:r>
          </a:p>
          <a:p>
            <a:pPr lvl="1"/>
            <a:r>
              <a:rPr lang="es-CL" sz="2000" dirty="0">
                <a:latin typeface="Gotham Book" panose="02000604040000020004" pitchFamily="50" charset="0"/>
              </a:rPr>
              <a:t>Comida</a:t>
            </a:r>
          </a:p>
          <a:p>
            <a:pPr lvl="1"/>
            <a:r>
              <a:rPr lang="es-CL" sz="2000" dirty="0">
                <a:latin typeface="Gotham Book" panose="02000604040000020004" pitchFamily="50" charset="0"/>
              </a:rPr>
              <a:t>Música</a:t>
            </a:r>
          </a:p>
          <a:p>
            <a:pPr lvl="1"/>
            <a:r>
              <a:rPr lang="es-CL" sz="2000" dirty="0">
                <a:latin typeface="Gotham Book" panose="02000604040000020004" pitchFamily="50" charset="0"/>
              </a:rPr>
              <a:t>Salones</a:t>
            </a:r>
          </a:p>
          <a:p>
            <a:pPr lvl="1"/>
            <a:r>
              <a:rPr lang="es-CL" sz="2000" dirty="0">
                <a:latin typeface="Gotham Book" panose="02000604040000020004" pitchFamily="50" charset="0"/>
              </a:rPr>
              <a:t>Entretenimiento</a:t>
            </a:r>
          </a:p>
          <a:p>
            <a:r>
              <a:rPr lang="es-CL" sz="2400" dirty="0">
                <a:latin typeface="Gotham Book" panose="02000604040000020004" pitchFamily="50" charset="0"/>
              </a:rPr>
              <a:t>Un amigo los ha iluminado y les presenta a </a:t>
            </a:r>
            <a:r>
              <a:rPr lang="es-CL" sz="2400" b="1" dirty="0">
                <a:latin typeface="Gotham Book" panose="02000604040000020004" pitchFamily="50" charset="0"/>
              </a:rPr>
              <a:t>Yeri Producciones </a:t>
            </a:r>
            <a:r>
              <a:rPr lang="es-CL" sz="2400" dirty="0">
                <a:latin typeface="Gotham Book" panose="02000604040000020004" pitchFamily="50" charset="0"/>
              </a:rPr>
              <a:t>que utiliza la famosa metodología de </a:t>
            </a:r>
            <a:r>
              <a:rPr lang="es-CL" sz="2400" dirty="0" err="1">
                <a:latin typeface="Gotham Book" panose="02000604040000020004" pitchFamily="50" charset="0"/>
              </a:rPr>
              <a:t>OKRs</a:t>
            </a:r>
            <a:r>
              <a:rPr lang="es-CL" sz="2400" dirty="0">
                <a:latin typeface="Gotham Book" panose="02000604040000020004" pitchFamily="50" charset="0"/>
              </a:rPr>
              <a:t> para resolver todo.</a:t>
            </a:r>
          </a:p>
        </p:txBody>
      </p:sp>
    </p:spTree>
    <p:extLst>
      <p:ext uri="{BB962C8B-B14F-4D97-AF65-F5344CB8AC3E}">
        <p14:creationId xmlns:p14="http://schemas.microsoft.com/office/powerpoint/2010/main" val="157588623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Rectangle 70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3074" name="Picture 2" descr="SEGA revela el nuevo logo de 30° Aniversario de Sonic | Bolavip">
            <a:extLst>
              <a:ext uri="{FF2B5EF4-FFF2-40B4-BE49-F238E27FC236}">
                <a16:creationId xmlns:a16="http://schemas.microsoft.com/office/drawing/2014/main" id="{EBD89261-A102-4F69-A508-8E39B5D4E39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20" y="1282"/>
            <a:ext cx="12191980" cy="68567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2661270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93497B96-6F06-4D6F-9885-1646627B4101}"/>
              </a:ext>
            </a:extLst>
          </p:cNvPr>
          <p:cNvSpPr/>
          <p:nvPr/>
        </p:nvSpPr>
        <p:spPr>
          <a:xfrm>
            <a:off x="624342" y="509249"/>
            <a:ext cx="8294806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30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L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otham Book" panose="02000604040000020004" pitchFamily="50" charset="0"/>
              </a:rPr>
              <a:t>Las 5 frases de SEGA para vencer a NINTENDO</a:t>
            </a:r>
          </a:p>
          <a:p>
            <a:pPr marL="0" marR="0" lvl="0" indent="0" algn="l" defTabSz="91430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L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otham Book" panose="02000604040000020004" pitchFamily="50" charset="0"/>
              </a:rPr>
              <a:t>Fuente: High score capitulo 4 - Netflix</a:t>
            </a:r>
          </a:p>
        </p:txBody>
      </p:sp>
      <p:grpSp>
        <p:nvGrpSpPr>
          <p:cNvPr id="20" name="Grupo 19">
            <a:extLst>
              <a:ext uri="{FF2B5EF4-FFF2-40B4-BE49-F238E27FC236}">
                <a16:creationId xmlns:a16="http://schemas.microsoft.com/office/drawing/2014/main" id="{E43BCEC8-A618-4166-89D6-DE8ED89D78CD}"/>
              </a:ext>
            </a:extLst>
          </p:cNvPr>
          <p:cNvGrpSpPr/>
          <p:nvPr/>
        </p:nvGrpSpPr>
        <p:grpSpPr>
          <a:xfrm>
            <a:off x="6488704" y="1713966"/>
            <a:ext cx="5513905" cy="3508418"/>
            <a:chOff x="5876145" y="1873770"/>
            <a:chExt cx="5513905" cy="3508418"/>
          </a:xfrm>
        </p:grpSpPr>
        <p:sp>
          <p:nvSpPr>
            <p:cNvPr id="13" name="CuadroTexto 12">
              <a:extLst>
                <a:ext uri="{FF2B5EF4-FFF2-40B4-BE49-F238E27FC236}">
                  <a16:creationId xmlns:a16="http://schemas.microsoft.com/office/drawing/2014/main" id="{C801D707-851D-4100-B2CF-7F34CD031886}"/>
                </a:ext>
              </a:extLst>
            </p:cNvPr>
            <p:cNvSpPr txBox="1"/>
            <p:nvPr/>
          </p:nvSpPr>
          <p:spPr>
            <a:xfrm>
              <a:off x="5876145" y="1873770"/>
              <a:ext cx="4867055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CL" sz="1800" b="0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otham Book" panose="02000604040000020004" pitchFamily="50" charset="0"/>
                </a:rPr>
                <a:t>Las frases se convierten en objetivo, y construyen un relato poderoso a la vez…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CL" sz="1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otham Book" panose="02000604040000020004" pitchFamily="50" charset="0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CL" sz="1800" b="0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otham Book" panose="02000604040000020004" pitchFamily="50" charset="0"/>
                </a:rPr>
                <a:t>Una buena frase…</a:t>
              </a:r>
            </a:p>
          </p:txBody>
        </p:sp>
        <p:sp>
          <p:nvSpPr>
            <p:cNvPr id="14" name="Rectángulo 13">
              <a:extLst>
                <a:ext uri="{FF2B5EF4-FFF2-40B4-BE49-F238E27FC236}">
                  <a16:creationId xmlns:a16="http://schemas.microsoft.com/office/drawing/2014/main" id="{8A7366C7-1636-43FD-9F0E-E9E442CF7770}"/>
                </a:ext>
              </a:extLst>
            </p:cNvPr>
            <p:cNvSpPr/>
            <p:nvPr/>
          </p:nvSpPr>
          <p:spPr>
            <a:xfrm>
              <a:off x="5876145" y="3429000"/>
              <a:ext cx="1499016" cy="86172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CL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otham Book" panose="02000604040000020004" pitchFamily="50" charset="0"/>
                </a:rPr>
                <a:t>Un desafío poderoso, estratégico</a:t>
              </a:r>
            </a:p>
          </p:txBody>
        </p:sp>
        <p:sp>
          <p:nvSpPr>
            <p:cNvPr id="15" name="Rectángulo 14">
              <a:extLst>
                <a:ext uri="{FF2B5EF4-FFF2-40B4-BE49-F238E27FC236}">
                  <a16:creationId xmlns:a16="http://schemas.microsoft.com/office/drawing/2014/main" id="{80F19CC2-00E5-4DE0-9C1B-D9EDF5F088FB}"/>
                </a:ext>
              </a:extLst>
            </p:cNvPr>
            <p:cNvSpPr/>
            <p:nvPr/>
          </p:nvSpPr>
          <p:spPr>
            <a:xfrm>
              <a:off x="5876145" y="4520465"/>
              <a:ext cx="1499016" cy="86172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CL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otham Book" panose="02000604040000020004" pitchFamily="50" charset="0"/>
                </a:rPr>
                <a:t>Un logro asociado</a:t>
              </a:r>
            </a:p>
          </p:txBody>
        </p:sp>
        <p:sp>
          <p:nvSpPr>
            <p:cNvPr id="16" name="Triángulo isósceles 15">
              <a:extLst>
                <a:ext uri="{FF2B5EF4-FFF2-40B4-BE49-F238E27FC236}">
                  <a16:creationId xmlns:a16="http://schemas.microsoft.com/office/drawing/2014/main" id="{9D7C51E9-26E8-4CA3-B954-7563B1EFF94D}"/>
                </a:ext>
              </a:extLst>
            </p:cNvPr>
            <p:cNvSpPr/>
            <p:nvPr/>
          </p:nvSpPr>
          <p:spPr>
            <a:xfrm rot="5400000">
              <a:off x="7284078" y="3689974"/>
              <a:ext cx="861722" cy="339773"/>
            </a:xfrm>
            <a:prstGeom prst="triangl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CL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ook" panose="02000604040000020004" pitchFamily="50" charset="0"/>
              </a:endParaRPr>
            </a:p>
          </p:txBody>
        </p:sp>
        <p:sp>
          <p:nvSpPr>
            <p:cNvPr id="17" name="Triángulo isósceles 16">
              <a:extLst>
                <a:ext uri="{FF2B5EF4-FFF2-40B4-BE49-F238E27FC236}">
                  <a16:creationId xmlns:a16="http://schemas.microsoft.com/office/drawing/2014/main" id="{00A7B5F7-8E97-4B4F-8CFB-72EF3D66C206}"/>
                </a:ext>
              </a:extLst>
            </p:cNvPr>
            <p:cNvSpPr/>
            <p:nvPr/>
          </p:nvSpPr>
          <p:spPr>
            <a:xfrm rot="5400000">
              <a:off x="7284077" y="4781440"/>
              <a:ext cx="861722" cy="339773"/>
            </a:xfrm>
            <a:prstGeom prst="triangl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CL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ook" panose="02000604040000020004" pitchFamily="50" charset="0"/>
              </a:endParaRPr>
            </a:p>
          </p:txBody>
        </p:sp>
        <p:sp>
          <p:nvSpPr>
            <p:cNvPr id="18" name="CuadroTexto 17">
              <a:extLst>
                <a:ext uri="{FF2B5EF4-FFF2-40B4-BE49-F238E27FC236}">
                  <a16:creationId xmlns:a16="http://schemas.microsoft.com/office/drawing/2014/main" id="{5BF87F07-CDCC-476B-AC37-8380803C87F0}"/>
                </a:ext>
              </a:extLst>
            </p:cNvPr>
            <p:cNvSpPr txBox="1"/>
            <p:nvPr/>
          </p:nvSpPr>
          <p:spPr>
            <a:xfrm>
              <a:off x="8309673" y="3427950"/>
              <a:ext cx="3080377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s-CL"/>
              </a:defPPr>
              <a:lvl1pPr>
                <a:defRPr i="1">
                  <a:latin typeface="Gotham" panose="02000604030000020004" pitchFamily="50" charset="0"/>
                </a:defRPr>
              </a:lvl1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CL" sz="1800" b="0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otham Book" panose="02000604040000020004" pitchFamily="50" charset="0"/>
                </a:rPr>
                <a:t>Llegaremos a la luna antes del fin del decenio</a:t>
              </a:r>
            </a:p>
          </p:txBody>
        </p:sp>
        <p:sp>
          <p:nvSpPr>
            <p:cNvPr id="19" name="CuadroTexto 18">
              <a:extLst>
                <a:ext uri="{FF2B5EF4-FFF2-40B4-BE49-F238E27FC236}">
                  <a16:creationId xmlns:a16="http://schemas.microsoft.com/office/drawing/2014/main" id="{63D3F772-7B2E-4864-94F3-70373208AC48}"/>
                </a:ext>
              </a:extLst>
            </p:cNvPr>
            <p:cNvSpPr txBox="1"/>
            <p:nvPr/>
          </p:nvSpPr>
          <p:spPr>
            <a:xfrm>
              <a:off x="8309673" y="4428132"/>
              <a:ext cx="3080377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s-CL"/>
              </a:defPPr>
              <a:lvl1pPr>
                <a:defRPr i="1">
                  <a:latin typeface="Gotham" panose="02000604030000020004" pitchFamily="50" charset="0"/>
                </a:defRPr>
              </a:lvl1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CL" sz="1800" b="0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otham Book" panose="02000604040000020004" pitchFamily="50" charset="0"/>
                </a:rPr>
                <a:t>Eliminaremos la polio en menos de 20 años</a:t>
              </a:r>
            </a:p>
          </p:txBody>
        </p:sp>
      </p:grpSp>
      <p:pic>
        <p:nvPicPr>
          <p:cNvPr id="22" name="Imagen 21">
            <a:extLst>
              <a:ext uri="{FF2B5EF4-FFF2-40B4-BE49-F238E27FC236}">
                <a16:creationId xmlns:a16="http://schemas.microsoft.com/office/drawing/2014/main" id="{41657875-5476-4632-B987-59B60B6DFA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73783"/>
            <a:ext cx="6096000" cy="3635055"/>
          </a:xfrm>
          <a:prstGeom prst="rect">
            <a:avLst/>
          </a:prstGeom>
        </p:spPr>
      </p:pic>
      <p:sp>
        <p:nvSpPr>
          <p:cNvPr id="23" name="CuadroTexto 22">
            <a:extLst>
              <a:ext uri="{FF2B5EF4-FFF2-40B4-BE49-F238E27FC236}">
                <a16:creationId xmlns:a16="http://schemas.microsoft.com/office/drawing/2014/main" id="{12F35AF2-8834-4742-9C40-1CD8BDEABA93}"/>
              </a:ext>
            </a:extLst>
          </p:cNvPr>
          <p:cNvSpPr txBox="1"/>
          <p:nvPr/>
        </p:nvSpPr>
        <p:spPr>
          <a:xfrm>
            <a:off x="1500324" y="5530990"/>
            <a:ext cx="4595675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400" dirty="0">
                <a:latin typeface="Gotham Book" panose="02000604040000020004" pitchFamily="50" charset="0"/>
              </a:rPr>
              <a:t>Bajar el precio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400" dirty="0">
                <a:latin typeface="Gotham Book" panose="02000604040000020004" pitchFamily="50" charset="0"/>
              </a:rPr>
              <a:t>Derrotar a Mario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L" sz="1400" dirty="0">
                <a:latin typeface="Gotham Book" panose="02000604040000020004" pitchFamily="50" charset="0"/>
              </a:rPr>
              <a:t>Más deportes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L" sz="1400" i="1" dirty="0" err="1">
                <a:latin typeface="Gotham Book" panose="02000604040000020004" pitchFamily="50" charset="0"/>
              </a:rPr>
              <a:t>Cool</a:t>
            </a:r>
            <a:r>
              <a:rPr lang="es-CL" sz="1400" dirty="0">
                <a:latin typeface="Gotham Book" panose="02000604040000020004" pitchFamily="50" charset="0"/>
              </a:rPr>
              <a:t> para los jóvenes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L" sz="1400" dirty="0">
                <a:latin typeface="Gotham Book" panose="02000604040000020004" pitchFamily="50" charset="0"/>
              </a:rPr>
              <a:t>Burlarse de Nintendo</a:t>
            </a:r>
          </a:p>
        </p:txBody>
      </p:sp>
    </p:spTree>
    <p:extLst>
      <p:ext uri="{BB962C8B-B14F-4D97-AF65-F5344CB8AC3E}">
        <p14:creationId xmlns:p14="http://schemas.microsoft.com/office/powerpoint/2010/main" val="360801248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382C4C8-4E1E-4D65-847F-F63A54C058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CL" sz="4000" dirty="0">
                <a:latin typeface="Gotham Book" panose="02000604040000020004" pitchFamily="50" charset="0"/>
              </a:rPr>
              <a:t>Discutir frases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9B3F455-77BC-4C79-B916-28DE8792B3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05705"/>
            <a:ext cx="10515600" cy="4351338"/>
          </a:xfrm>
        </p:spPr>
        <p:txBody>
          <a:bodyPr>
            <a:normAutofit/>
          </a:bodyPr>
          <a:lstStyle/>
          <a:p>
            <a:r>
              <a:rPr lang="es-CL" dirty="0">
                <a:latin typeface="Gotham Book" panose="02000604040000020004" pitchFamily="50" charset="0"/>
              </a:rPr>
              <a:t>En grupo discutir ¿Qué frases deberían guiar el avance de nuestra estrategia? </a:t>
            </a:r>
          </a:p>
          <a:p>
            <a:pPr lvl="1"/>
            <a:r>
              <a:rPr lang="es-CL" dirty="0">
                <a:latin typeface="Gotham Book" panose="02000604040000020004" pitchFamily="50" charset="0"/>
              </a:rPr>
              <a:t>Objetivos y resultados claves asociados</a:t>
            </a:r>
          </a:p>
          <a:p>
            <a:pPr marL="0" indent="0">
              <a:buNone/>
            </a:pPr>
            <a:endParaRPr lang="es-CL" dirty="0">
              <a:latin typeface="Gotham Book" panose="02000604040000020004" pitchFamily="50" charset="0"/>
            </a:endParaRPr>
          </a:p>
          <a:p>
            <a:r>
              <a:rPr lang="es-CL" dirty="0">
                <a:latin typeface="Gotham Book" panose="02000604040000020004" pitchFamily="50" charset="0"/>
              </a:rPr>
              <a:t>¿Qué logros deberían indicar éxito?</a:t>
            </a:r>
          </a:p>
          <a:p>
            <a:pPr lvl="1"/>
            <a:r>
              <a:rPr lang="es-CL" dirty="0">
                <a:latin typeface="Gotham Book" panose="02000604040000020004" pitchFamily="50" charset="0"/>
              </a:rPr>
              <a:t>Objetivos cuantitativos</a:t>
            </a:r>
          </a:p>
          <a:p>
            <a:endParaRPr lang="es-CL" dirty="0">
              <a:latin typeface="Gotham Book" panose="02000604040000020004" pitchFamily="50" charset="0"/>
            </a:endParaRPr>
          </a:p>
          <a:p>
            <a:r>
              <a:rPr lang="es-CL" dirty="0">
                <a:latin typeface="Gotham Book" panose="02000604040000020004" pitchFamily="50" charset="0"/>
              </a:rPr>
              <a:t>Exponer por grupo</a:t>
            </a:r>
          </a:p>
        </p:txBody>
      </p:sp>
    </p:spTree>
    <p:extLst>
      <p:ext uri="{BB962C8B-B14F-4D97-AF65-F5344CB8AC3E}">
        <p14:creationId xmlns:p14="http://schemas.microsoft.com/office/powerpoint/2010/main" val="326224918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D12EF3B0-E872-4DCF-806E-EA7F312AD943}"/>
              </a:ext>
            </a:extLst>
          </p:cNvPr>
          <p:cNvSpPr/>
          <p:nvPr/>
        </p:nvSpPr>
        <p:spPr>
          <a:xfrm>
            <a:off x="2158583" y="2077873"/>
            <a:ext cx="2308485" cy="1079292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D2866421-855D-417C-8CEF-AF99AF408FF4}"/>
              </a:ext>
            </a:extLst>
          </p:cNvPr>
          <p:cNvSpPr/>
          <p:nvPr/>
        </p:nvSpPr>
        <p:spPr>
          <a:xfrm>
            <a:off x="5219074" y="2077873"/>
            <a:ext cx="2308485" cy="1079292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6E37C7C0-4A87-4934-85CA-68D5A49BFA27}"/>
              </a:ext>
            </a:extLst>
          </p:cNvPr>
          <p:cNvSpPr/>
          <p:nvPr/>
        </p:nvSpPr>
        <p:spPr>
          <a:xfrm>
            <a:off x="8279565" y="2077873"/>
            <a:ext cx="2308485" cy="1079292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5B2A519A-E390-40D9-88F0-DDF3D99489E0}"/>
              </a:ext>
            </a:extLst>
          </p:cNvPr>
          <p:cNvSpPr txBox="1"/>
          <p:nvPr/>
        </p:nvSpPr>
        <p:spPr>
          <a:xfrm>
            <a:off x="253583" y="2077873"/>
            <a:ext cx="152899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L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otham" panose="02000604030000020004" pitchFamily="50" charset="0"/>
                <a:ea typeface="+mn-ea"/>
                <a:cs typeface="+mn-cs"/>
              </a:rPr>
              <a:t>Objetivos y frases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973CBF16-2E5A-4B9D-9FFE-16778CCFBF53}"/>
              </a:ext>
            </a:extLst>
          </p:cNvPr>
          <p:cNvSpPr/>
          <p:nvPr/>
        </p:nvSpPr>
        <p:spPr>
          <a:xfrm>
            <a:off x="1782580" y="4086555"/>
            <a:ext cx="1993692" cy="62958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E6BCFE65-C514-4146-8B95-FC1F67E9E69C}"/>
              </a:ext>
            </a:extLst>
          </p:cNvPr>
          <p:cNvSpPr/>
          <p:nvPr/>
        </p:nvSpPr>
        <p:spPr>
          <a:xfrm>
            <a:off x="3973643" y="4086554"/>
            <a:ext cx="1993692" cy="62958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F381AEBA-4A1E-41C4-A377-51F71C75C74B}"/>
              </a:ext>
            </a:extLst>
          </p:cNvPr>
          <p:cNvSpPr/>
          <p:nvPr/>
        </p:nvSpPr>
        <p:spPr>
          <a:xfrm>
            <a:off x="6164706" y="4086554"/>
            <a:ext cx="1993692" cy="62958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FA8970C9-BD1C-4451-9C5A-164F6224FDC2}"/>
              </a:ext>
            </a:extLst>
          </p:cNvPr>
          <p:cNvSpPr txBox="1"/>
          <p:nvPr/>
        </p:nvSpPr>
        <p:spPr>
          <a:xfrm>
            <a:off x="253582" y="4069810"/>
            <a:ext cx="152899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L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otham" panose="02000604030000020004" pitchFamily="50" charset="0"/>
                <a:ea typeface="+mn-ea"/>
                <a:cs typeface="+mn-cs"/>
              </a:rPr>
              <a:t>Resultados claves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5EB1F096-F3C2-48BA-BBDD-C9FE5DC1C30D}"/>
              </a:ext>
            </a:extLst>
          </p:cNvPr>
          <p:cNvSpPr/>
          <p:nvPr/>
        </p:nvSpPr>
        <p:spPr>
          <a:xfrm>
            <a:off x="1782580" y="5688030"/>
            <a:ext cx="1993692" cy="62958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A2F3DCB3-03C8-46AE-8FF3-8645A67C17FF}"/>
              </a:ext>
            </a:extLst>
          </p:cNvPr>
          <p:cNvSpPr/>
          <p:nvPr/>
        </p:nvSpPr>
        <p:spPr>
          <a:xfrm>
            <a:off x="3973643" y="5688029"/>
            <a:ext cx="1993692" cy="62958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F8148DD9-2E00-42BA-A5E9-4A824FCE41D1}"/>
              </a:ext>
            </a:extLst>
          </p:cNvPr>
          <p:cNvSpPr/>
          <p:nvPr/>
        </p:nvSpPr>
        <p:spPr>
          <a:xfrm>
            <a:off x="6164706" y="5688029"/>
            <a:ext cx="1993692" cy="62958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BCC967FF-4F8E-4BCB-A245-6341CB0069CB}"/>
              </a:ext>
            </a:extLst>
          </p:cNvPr>
          <p:cNvSpPr txBox="1"/>
          <p:nvPr/>
        </p:nvSpPr>
        <p:spPr>
          <a:xfrm>
            <a:off x="253582" y="5671285"/>
            <a:ext cx="152899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L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otham" panose="02000604030000020004" pitchFamily="50" charset="0"/>
                <a:ea typeface="+mn-ea"/>
                <a:cs typeface="+mn-cs"/>
              </a:rPr>
              <a:t>Iniciativas</a:t>
            </a:r>
          </a:p>
        </p:txBody>
      </p:sp>
      <p:cxnSp>
        <p:nvCxnSpPr>
          <p:cNvPr id="15" name="Conector recto de flecha 14">
            <a:extLst>
              <a:ext uri="{FF2B5EF4-FFF2-40B4-BE49-F238E27FC236}">
                <a16:creationId xmlns:a16="http://schemas.microsoft.com/office/drawing/2014/main" id="{A02594D7-99F7-45A5-B4B3-C5563892BCCF}"/>
              </a:ext>
            </a:extLst>
          </p:cNvPr>
          <p:cNvCxnSpPr>
            <a:stCxn id="2" idx="2"/>
            <a:endCxn id="6" idx="0"/>
          </p:cNvCxnSpPr>
          <p:nvPr/>
        </p:nvCxnSpPr>
        <p:spPr>
          <a:xfrm flipH="1">
            <a:off x="2779426" y="3157165"/>
            <a:ext cx="533400" cy="92939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recto de flecha 16">
            <a:extLst>
              <a:ext uri="{FF2B5EF4-FFF2-40B4-BE49-F238E27FC236}">
                <a16:creationId xmlns:a16="http://schemas.microsoft.com/office/drawing/2014/main" id="{0BCAD746-96E2-4596-82C6-56721D0E595E}"/>
              </a:ext>
            </a:extLst>
          </p:cNvPr>
          <p:cNvCxnSpPr>
            <a:stCxn id="2" idx="2"/>
            <a:endCxn id="7" idx="0"/>
          </p:cNvCxnSpPr>
          <p:nvPr/>
        </p:nvCxnSpPr>
        <p:spPr>
          <a:xfrm>
            <a:off x="3312826" y="3157165"/>
            <a:ext cx="1657663" cy="9293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ector recto de flecha 18">
            <a:extLst>
              <a:ext uri="{FF2B5EF4-FFF2-40B4-BE49-F238E27FC236}">
                <a16:creationId xmlns:a16="http://schemas.microsoft.com/office/drawing/2014/main" id="{D32A9FB6-BF81-45D0-9FB8-0EB3D57949B7}"/>
              </a:ext>
            </a:extLst>
          </p:cNvPr>
          <p:cNvCxnSpPr>
            <a:stCxn id="2" idx="2"/>
          </p:cNvCxnSpPr>
          <p:nvPr/>
        </p:nvCxnSpPr>
        <p:spPr>
          <a:xfrm>
            <a:off x="3312826" y="3157165"/>
            <a:ext cx="4077325" cy="9718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 recto de flecha 20">
            <a:extLst>
              <a:ext uri="{FF2B5EF4-FFF2-40B4-BE49-F238E27FC236}">
                <a16:creationId xmlns:a16="http://schemas.microsoft.com/office/drawing/2014/main" id="{D83D656B-A1E7-40CA-BA36-649C566C3015}"/>
              </a:ext>
            </a:extLst>
          </p:cNvPr>
          <p:cNvCxnSpPr>
            <a:stCxn id="6" idx="2"/>
            <a:endCxn id="10" idx="0"/>
          </p:cNvCxnSpPr>
          <p:nvPr/>
        </p:nvCxnSpPr>
        <p:spPr>
          <a:xfrm>
            <a:off x="2779426" y="4716142"/>
            <a:ext cx="0" cy="9718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ector recto de flecha 22">
            <a:extLst>
              <a:ext uri="{FF2B5EF4-FFF2-40B4-BE49-F238E27FC236}">
                <a16:creationId xmlns:a16="http://schemas.microsoft.com/office/drawing/2014/main" id="{2993ABDA-9467-404C-AE79-90840CEE724A}"/>
              </a:ext>
            </a:extLst>
          </p:cNvPr>
          <p:cNvCxnSpPr>
            <a:stCxn id="6" idx="2"/>
            <a:endCxn id="11" idx="0"/>
          </p:cNvCxnSpPr>
          <p:nvPr/>
        </p:nvCxnSpPr>
        <p:spPr>
          <a:xfrm>
            <a:off x="2779426" y="4716142"/>
            <a:ext cx="2191063" cy="97188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ector recto de flecha 24">
            <a:extLst>
              <a:ext uri="{FF2B5EF4-FFF2-40B4-BE49-F238E27FC236}">
                <a16:creationId xmlns:a16="http://schemas.microsoft.com/office/drawing/2014/main" id="{ED93D523-E761-4365-85B4-D7DFF6504D8D}"/>
              </a:ext>
            </a:extLst>
          </p:cNvPr>
          <p:cNvCxnSpPr>
            <a:stCxn id="6" idx="2"/>
          </p:cNvCxnSpPr>
          <p:nvPr/>
        </p:nvCxnSpPr>
        <p:spPr>
          <a:xfrm>
            <a:off x="2779426" y="4716142"/>
            <a:ext cx="4250961" cy="9293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CuadroTexto 21">
            <a:extLst>
              <a:ext uri="{FF2B5EF4-FFF2-40B4-BE49-F238E27FC236}">
                <a16:creationId xmlns:a16="http://schemas.microsoft.com/office/drawing/2014/main" id="{FA4F97B7-384E-4A6E-864F-84C1428525E8}"/>
              </a:ext>
            </a:extLst>
          </p:cNvPr>
          <p:cNvSpPr txBox="1"/>
          <p:nvPr/>
        </p:nvSpPr>
        <p:spPr>
          <a:xfrm>
            <a:off x="886265" y="594823"/>
            <a:ext cx="970178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L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otham" panose="02000604030000020004" pitchFamily="50" charset="0"/>
                <a:ea typeface="+mn-ea"/>
                <a:cs typeface="+mn-cs"/>
              </a:rPr>
              <a:t>Determine con su equipo las 4 a 5 frases que fijen mejor los objetivos que Ud. persigue en el colegio en el corto plazo. </a:t>
            </a:r>
          </a:p>
        </p:txBody>
      </p:sp>
    </p:spTree>
    <p:extLst>
      <p:ext uri="{BB962C8B-B14F-4D97-AF65-F5344CB8AC3E}">
        <p14:creationId xmlns:p14="http://schemas.microsoft.com/office/powerpoint/2010/main" val="47350216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F89B5C-7F68-0D3B-494B-A44B54150B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A6DD6885-E4FA-A70D-DEC7-6A3860B04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>
                <a:latin typeface="Raleway" pitchFamily="2" charset="77"/>
              </a:rPr>
              <a:t>Seguimiento</a:t>
            </a:r>
          </a:p>
        </p:txBody>
      </p:sp>
    </p:spTree>
    <p:extLst>
      <p:ext uri="{BB962C8B-B14F-4D97-AF65-F5344CB8AC3E}">
        <p14:creationId xmlns:p14="http://schemas.microsoft.com/office/powerpoint/2010/main" val="427673098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24A7318C-B459-4D4D-AB38-9F4AF2B75761}"/>
              </a:ext>
            </a:extLst>
          </p:cNvPr>
          <p:cNvSpPr txBox="1"/>
          <p:nvPr/>
        </p:nvSpPr>
        <p:spPr>
          <a:xfrm>
            <a:off x="509667" y="1813810"/>
            <a:ext cx="3462726" cy="21852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L" sz="28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Gotham" panose="02000604030000020004" pitchFamily="50" charset="0"/>
                <a:ea typeface="+mn-ea"/>
                <a:cs typeface="+mn-cs"/>
              </a:rPr>
              <a:t>SEGUIMIENTO</a:t>
            </a:r>
            <a:endParaRPr kumimoji="0" lang="es-CL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otham" panose="02000604030000020004" pitchFamily="50" charset="0"/>
              <a:ea typeface="+mn-ea"/>
              <a:cs typeface="+mn-cs"/>
            </a:endParaRP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s-CL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otham" panose="02000604030000020004" pitchFamily="50" charset="0"/>
                <a:ea typeface="+mn-ea"/>
                <a:cs typeface="+mn-cs"/>
              </a:rPr>
              <a:t>Realizar el seguimiento de las </a:t>
            </a:r>
            <a:r>
              <a:rPr kumimoji="0" lang="es-CL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otham" panose="02000604030000020004" pitchFamily="50" charset="0"/>
                <a:ea typeface="+mn-ea"/>
                <a:cs typeface="+mn-cs"/>
              </a:rPr>
              <a:t>responsabilidades</a:t>
            </a:r>
            <a:endParaRPr kumimoji="0" lang="es-CL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otham" panose="02000604030000020004" pitchFamily="50" charset="0"/>
              <a:ea typeface="+mn-ea"/>
              <a:cs typeface="+mn-cs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10C124EA-A3FB-4614-A728-020CB72DEE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31515"/>
          </a:xfrm>
        </p:spPr>
        <p:txBody>
          <a:bodyPr/>
          <a:lstStyle/>
          <a:p>
            <a:pPr algn="ctr"/>
            <a:r>
              <a:rPr lang="es-CL" b="1" dirty="0">
                <a:latin typeface="Gotham" panose="02000604030000020004" pitchFamily="50" charset="0"/>
              </a:rPr>
              <a:t>4 superpoderes de los </a:t>
            </a:r>
            <a:r>
              <a:rPr lang="es-CL" b="1" dirty="0" err="1">
                <a:latin typeface="Gotham" panose="02000604030000020004" pitchFamily="50" charset="0"/>
              </a:rPr>
              <a:t>OKRs</a:t>
            </a:r>
            <a:endParaRPr lang="es-CL" b="1" dirty="0">
              <a:latin typeface="Gotham" panose="02000604030000020004" pitchFamily="50" charset="0"/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0156ABFE-8DB5-4E33-8584-D7DB37802532}"/>
              </a:ext>
            </a:extLst>
          </p:cNvPr>
          <p:cNvSpPr txBox="1"/>
          <p:nvPr/>
        </p:nvSpPr>
        <p:spPr>
          <a:xfrm>
            <a:off x="5651292" y="4661941"/>
            <a:ext cx="570250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otham" panose="02000604030000020004" pitchFamily="50" charset="0"/>
                <a:ea typeface="+mn-ea"/>
                <a:cs typeface="+mn-cs"/>
              </a:rPr>
              <a:t>Conversar, </a:t>
            </a:r>
            <a:r>
              <a:rPr kumimoji="0" lang="es-CL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otham" panose="02000604030000020004" pitchFamily="50" charset="0"/>
                <a:ea typeface="+mn-ea"/>
                <a:cs typeface="+mn-cs"/>
              </a:rPr>
              <a:t>aprender, ajustar en conversaciones periódicas que permitan gestionar sintiéndose acompañado…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79B09587-22CC-4C64-AF40-085724BAF7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51292" y="1271587"/>
            <a:ext cx="3203248" cy="3390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710929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Historias de miedo 2 | Netflix">
            <a:extLst>
              <a:ext uri="{FF2B5EF4-FFF2-40B4-BE49-F238E27FC236}">
                <a16:creationId xmlns:a16="http://schemas.microsoft.com/office/drawing/2014/main" id="{1826AFAE-F372-4010-BEDB-095278AA74C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20" y="10"/>
            <a:ext cx="12191980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4B153259-3E5C-4D24-9B23-2D0A5718C333}"/>
              </a:ext>
            </a:extLst>
          </p:cNvPr>
          <p:cNvSpPr txBox="1"/>
          <p:nvPr/>
        </p:nvSpPr>
        <p:spPr>
          <a:xfrm>
            <a:off x="4527029" y="1978702"/>
            <a:ext cx="4167265" cy="268323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otham" panose="02000604030000020004" pitchFamily="50" charset="0"/>
              <a:ea typeface="+mn-ea"/>
              <a:cs typeface="+mn-cs"/>
            </a:endParaRPr>
          </a:p>
          <a:p>
            <a:pPr marL="539750" marR="0" lvl="0" indent="-2698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L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otham" panose="02000604030000020004" pitchFamily="50" charset="0"/>
                <a:ea typeface="+mn-ea"/>
                <a:cs typeface="+mn-cs"/>
              </a:rPr>
              <a:t>Efecto “</a:t>
            </a:r>
            <a:r>
              <a:rPr kumimoji="0" lang="es-C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otham" panose="02000604030000020004" pitchFamily="50" charset="0"/>
                <a:ea typeface="+mn-ea"/>
                <a:cs typeface="+mn-cs"/>
              </a:rPr>
              <a:t>Personal </a:t>
            </a:r>
            <a:r>
              <a:rPr kumimoji="0" lang="es-CL" sz="1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otham" panose="02000604030000020004" pitchFamily="50" charset="0"/>
                <a:ea typeface="+mn-ea"/>
                <a:cs typeface="+mn-cs"/>
              </a:rPr>
              <a:t>Trainer</a:t>
            </a:r>
            <a:r>
              <a:rPr kumimoji="0" lang="es-CL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otham" panose="02000604030000020004" pitchFamily="50" charset="0"/>
                <a:ea typeface="+mn-ea"/>
                <a:cs typeface="+mn-cs"/>
              </a:rPr>
              <a:t>”:</a:t>
            </a:r>
          </a:p>
          <a:p>
            <a:pPr marL="539750" marR="0" lvl="0" indent="-2698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otham" panose="02000604030000020004" pitchFamily="50" charset="0"/>
              <a:ea typeface="+mn-ea"/>
              <a:cs typeface="+mn-cs"/>
            </a:endParaRPr>
          </a:p>
          <a:p>
            <a:pPr marL="539750" marR="0" lvl="0" indent="-2698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s-CL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otham" panose="02000604030000020004" pitchFamily="50" charset="0"/>
                <a:ea typeface="+mn-ea"/>
                <a:cs typeface="+mn-cs"/>
              </a:rPr>
              <a:t>Presión de tiempo/ eventos</a:t>
            </a:r>
          </a:p>
          <a:p>
            <a:pPr marL="539750" marR="0" lvl="0" indent="-2698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s-CL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otham" panose="02000604030000020004" pitchFamily="50" charset="0"/>
                <a:ea typeface="+mn-ea"/>
                <a:cs typeface="+mn-cs"/>
              </a:rPr>
              <a:t>Confianza en </a:t>
            </a:r>
            <a:r>
              <a:rPr kumimoji="0" lang="es-C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otham" panose="02000604030000020004" pitchFamily="50" charset="0"/>
                <a:ea typeface="+mn-ea"/>
                <a:cs typeface="+mn-cs"/>
              </a:rPr>
              <a:t>aprendizaje</a:t>
            </a:r>
          </a:p>
          <a:p>
            <a:pPr marL="539750" marR="0" lvl="0" indent="-2698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s-CL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otham" panose="02000604030000020004" pitchFamily="50" charset="0"/>
                <a:ea typeface="+mn-ea"/>
                <a:cs typeface="+mn-cs"/>
              </a:rPr>
              <a:t>Objetivos compartidos</a:t>
            </a:r>
          </a:p>
          <a:p>
            <a:pPr marL="539750" marR="0" lvl="0" indent="-2698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s-CL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otham" panose="02000604030000020004" pitchFamily="50" charset="0"/>
              <a:ea typeface="+mn-ea"/>
              <a:cs typeface="+mn-cs"/>
            </a:endParaRPr>
          </a:p>
          <a:p>
            <a:pPr marL="269875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L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otham" panose="02000604030000020004" pitchFamily="50" charset="0"/>
                <a:ea typeface="+mn-ea"/>
                <a:cs typeface="+mn-cs"/>
              </a:rPr>
              <a:t>Es vital la “</a:t>
            </a:r>
            <a:r>
              <a:rPr kumimoji="0" lang="es-C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otham" panose="02000604030000020004" pitchFamily="50" charset="0"/>
                <a:ea typeface="+mn-ea"/>
                <a:cs typeface="+mn-cs"/>
              </a:rPr>
              <a:t>forma de conversar</a:t>
            </a:r>
            <a:r>
              <a:rPr kumimoji="0" lang="es-CL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otham" panose="02000604030000020004" pitchFamily="50" charset="0"/>
                <a:ea typeface="+mn-ea"/>
                <a:cs typeface="+mn-cs"/>
              </a:rPr>
              <a:t>”.</a:t>
            </a:r>
          </a:p>
        </p:txBody>
      </p:sp>
    </p:spTree>
    <p:extLst>
      <p:ext uri="{BB962C8B-B14F-4D97-AF65-F5344CB8AC3E}">
        <p14:creationId xmlns:p14="http://schemas.microsoft.com/office/powerpoint/2010/main" val="399740104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02" name="Picture 6" descr="Pasante de moda y sus 14 lecciones – AM Soluciones">
            <a:extLst>
              <a:ext uri="{FF2B5EF4-FFF2-40B4-BE49-F238E27FC236}">
                <a16:creationId xmlns:a16="http://schemas.microsoft.com/office/drawing/2014/main" id="{DD9AADFB-B7F0-4C73-B4BF-4EAF534F14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6035" y="-7854"/>
            <a:ext cx="4600122" cy="68658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98" name="Picture 2" descr="El indomable Will Hunting (1997) - Filmaffinity">
            <a:extLst>
              <a:ext uri="{FF2B5EF4-FFF2-40B4-BE49-F238E27FC236}">
                <a16:creationId xmlns:a16="http://schemas.microsoft.com/office/drawing/2014/main" id="{9FB56483-B242-4852-BC16-0D5A268B01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10" y="0"/>
            <a:ext cx="4492625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4" name="Picture 8" descr="Trillion Dollar Coach: The Leadership Playbook of Silicon Valley's ...">
            <a:extLst>
              <a:ext uri="{FF2B5EF4-FFF2-40B4-BE49-F238E27FC236}">
                <a16:creationId xmlns:a16="http://schemas.microsoft.com/office/drawing/2014/main" id="{B786C538-D455-484C-8A6C-4A6C3EF6F5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96158" y="2095500"/>
            <a:ext cx="3114600" cy="4762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ángulo 1">
            <a:extLst>
              <a:ext uri="{FF2B5EF4-FFF2-40B4-BE49-F238E27FC236}">
                <a16:creationId xmlns:a16="http://schemas.microsoft.com/office/drawing/2014/main" id="{AC4CE7A5-06A5-4FBB-8555-854D0D61DA4C}"/>
              </a:ext>
            </a:extLst>
          </p:cNvPr>
          <p:cNvSpPr/>
          <p:nvPr/>
        </p:nvSpPr>
        <p:spPr>
          <a:xfrm>
            <a:off x="9096157" y="0"/>
            <a:ext cx="3095843" cy="2095500"/>
          </a:xfrm>
          <a:prstGeom prst="rect">
            <a:avLst/>
          </a:prstGeom>
          <a:solidFill>
            <a:srgbClr val="0B50A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46855523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705A23E6-70C8-4F43-901D-9BE34D8BA473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93151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L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otham" panose="02000604030000020004" pitchFamily="50" charset="0"/>
                <a:ea typeface="+mj-ea"/>
                <a:cs typeface="+mj-cs"/>
              </a:rPr>
              <a:t>¿Qué implica?</a:t>
            </a:r>
          </a:p>
        </p:txBody>
      </p:sp>
      <p:grpSp>
        <p:nvGrpSpPr>
          <p:cNvPr id="8" name="Grupo 7">
            <a:extLst>
              <a:ext uri="{FF2B5EF4-FFF2-40B4-BE49-F238E27FC236}">
                <a16:creationId xmlns:a16="http://schemas.microsoft.com/office/drawing/2014/main" id="{E6E7CCDD-728E-492C-BDBF-EDB1E98E8829}"/>
              </a:ext>
            </a:extLst>
          </p:cNvPr>
          <p:cNvGrpSpPr/>
          <p:nvPr/>
        </p:nvGrpSpPr>
        <p:grpSpPr>
          <a:xfrm>
            <a:off x="597108" y="2295629"/>
            <a:ext cx="10997784" cy="4197246"/>
            <a:chOff x="1034321" y="2158584"/>
            <a:chExt cx="10997784" cy="4197246"/>
          </a:xfrm>
        </p:grpSpPr>
        <p:sp>
          <p:nvSpPr>
            <p:cNvPr id="5" name="Rectángulo 4">
              <a:extLst>
                <a:ext uri="{FF2B5EF4-FFF2-40B4-BE49-F238E27FC236}">
                  <a16:creationId xmlns:a16="http://schemas.microsoft.com/office/drawing/2014/main" id="{F6778346-9964-418A-A39C-5F2E1A78D61C}"/>
                </a:ext>
              </a:extLst>
            </p:cNvPr>
            <p:cNvSpPr/>
            <p:nvPr/>
          </p:nvSpPr>
          <p:spPr>
            <a:xfrm>
              <a:off x="1034321" y="2158584"/>
              <a:ext cx="3462728" cy="4197246"/>
            </a:xfrm>
            <a:prstGeom prst="rect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CL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otham" panose="02000604030000020004" pitchFamily="50" charset="0"/>
                  <a:ea typeface="+mn-ea"/>
                  <a:cs typeface="+mn-cs"/>
                </a:rPr>
                <a:t>¿Quiénes deben vigilar las tareas, dar cuenta de avances, apoyar que logremos los objetivos?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CL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otham" panose="02000604030000020004" pitchFamily="50" charset="0"/>
                <a:ea typeface="+mn-ea"/>
                <a:cs typeface="+mn-cs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CL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otham" panose="02000604030000020004" pitchFamily="50" charset="0"/>
                  <a:ea typeface="+mn-ea"/>
                  <a:cs typeface="+mn-cs"/>
                </a:rPr>
                <a:t>¿Cómo hacer participar y quitar presión al “control”?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CL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otham" panose="02000604030000020004" pitchFamily="50" charset="0"/>
                <a:ea typeface="+mn-ea"/>
                <a:cs typeface="+mn-cs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CL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otham" panose="02000604030000020004" pitchFamily="50" charset="0"/>
                <a:ea typeface="+mn-ea"/>
                <a:cs typeface="+mn-cs"/>
              </a:endParaRPr>
            </a:p>
            <a:p>
              <a:pPr marL="285750" marR="0" lvl="0" indent="-2857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s-CL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otham" panose="02000604030000020004" pitchFamily="50" charset="0"/>
                  <a:ea typeface="+mn-ea"/>
                  <a:cs typeface="+mn-cs"/>
                </a:rPr>
                <a:t>Fijar forma de seguimiento “formal”, tipo de reunión, fechas o periodos, tipo de reporte, etc.</a:t>
              </a:r>
            </a:p>
            <a:p>
              <a:pPr marL="285750" marR="0" lvl="0" indent="-2857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s-CL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otham" panose="02000604030000020004" pitchFamily="50" charset="0"/>
                  <a:ea typeface="+mn-ea"/>
                  <a:cs typeface="+mn-cs"/>
                </a:rPr>
                <a:t>Asignar pares de seguimiento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CL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otham" panose="02000604030000020004" pitchFamily="50" charset="0"/>
                <a:ea typeface="+mn-ea"/>
                <a:cs typeface="+mn-cs"/>
              </a:endParaRPr>
            </a:p>
          </p:txBody>
        </p:sp>
        <p:sp>
          <p:nvSpPr>
            <p:cNvPr id="6" name="Rectángulo 5">
              <a:extLst>
                <a:ext uri="{FF2B5EF4-FFF2-40B4-BE49-F238E27FC236}">
                  <a16:creationId xmlns:a16="http://schemas.microsoft.com/office/drawing/2014/main" id="{3268CA36-BF76-43B9-A515-15B50DB86B6C}"/>
                </a:ext>
              </a:extLst>
            </p:cNvPr>
            <p:cNvSpPr/>
            <p:nvPr/>
          </p:nvSpPr>
          <p:spPr>
            <a:xfrm>
              <a:off x="4801849" y="2158584"/>
              <a:ext cx="3462728" cy="4197246"/>
            </a:xfrm>
            <a:prstGeom prst="rect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CL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otham" panose="02000604030000020004" pitchFamily="50" charset="0"/>
                  <a:ea typeface="+mn-ea"/>
                  <a:cs typeface="+mn-cs"/>
                </a:rPr>
                <a:t>¿Cuál es la correcta forma de establecer la conversación de forma de no sentirse invadido y si en un desafío común?</a:t>
              </a:r>
            </a:p>
            <a:p>
              <a:pPr marL="285750" marR="0" lvl="0" indent="-2857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endParaRPr kumimoji="0" lang="es-CL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otham" panose="02000604030000020004" pitchFamily="50" charset="0"/>
                <a:ea typeface="+mn-ea"/>
                <a:cs typeface="+mn-cs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CL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otham" panose="02000604030000020004" pitchFamily="50" charset="0"/>
                  <a:ea typeface="+mn-ea"/>
                  <a:cs typeface="+mn-cs"/>
                </a:rPr>
                <a:t>Crear una cultura de equipo y festejar logros</a:t>
              </a:r>
            </a:p>
            <a:p>
              <a:pPr marL="285750" marR="0" lvl="0" indent="-2857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endParaRPr kumimoji="0" lang="es-CL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otham" panose="02000604030000020004" pitchFamily="50" charset="0"/>
                <a:ea typeface="+mn-ea"/>
                <a:cs typeface="+mn-cs"/>
              </a:endParaRPr>
            </a:p>
            <a:p>
              <a:pPr marL="285750" marR="0" lvl="0" indent="-2857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endParaRPr kumimoji="0" lang="es-CL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otham" panose="02000604030000020004" pitchFamily="50" charset="0"/>
                <a:ea typeface="+mn-ea"/>
                <a:cs typeface="+mn-cs"/>
              </a:endParaRPr>
            </a:p>
            <a:p>
              <a:pPr marL="285750" marR="0" lvl="0" indent="-2857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s-CL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otham" panose="02000604030000020004" pitchFamily="50" charset="0"/>
                  <a:ea typeface="+mn-ea"/>
                  <a:cs typeface="+mn-cs"/>
                </a:rPr>
                <a:t>Armar equipos cruzados y un punto de vista central</a:t>
              </a:r>
            </a:p>
            <a:p>
              <a:pPr marL="285750" marR="0" lvl="0" indent="-2857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s-CL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otham" panose="02000604030000020004" pitchFamily="50" charset="0"/>
                  <a:ea typeface="+mn-ea"/>
                  <a:cs typeface="+mn-cs"/>
                </a:rPr>
                <a:t>Conversar de las tareas, aprender. Centrarse en aprender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CL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otham" panose="02000604030000020004" pitchFamily="50" charset="0"/>
                <a:ea typeface="+mn-ea"/>
                <a:cs typeface="+mn-cs"/>
              </a:endParaRPr>
            </a:p>
          </p:txBody>
        </p:sp>
        <p:sp>
          <p:nvSpPr>
            <p:cNvPr id="7" name="Rectángulo 6">
              <a:extLst>
                <a:ext uri="{FF2B5EF4-FFF2-40B4-BE49-F238E27FC236}">
                  <a16:creationId xmlns:a16="http://schemas.microsoft.com/office/drawing/2014/main" id="{CF5BAF3D-C8A5-4E3C-B385-30F946DF501D}"/>
                </a:ext>
              </a:extLst>
            </p:cNvPr>
            <p:cNvSpPr/>
            <p:nvPr/>
          </p:nvSpPr>
          <p:spPr>
            <a:xfrm>
              <a:off x="8569377" y="2158584"/>
              <a:ext cx="3462728" cy="4197246"/>
            </a:xfrm>
            <a:prstGeom prst="rect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CL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otham" panose="02000604030000020004" pitchFamily="50" charset="0"/>
                  <a:ea typeface="+mn-ea"/>
                  <a:cs typeface="+mn-cs"/>
                </a:rPr>
                <a:t>Crear reportes claros y transparentes. Sin pretensiones, ni egos, dirigidos a las tareas y logros.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CL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otham" panose="02000604030000020004" pitchFamily="50" charset="0"/>
                <a:ea typeface="+mn-ea"/>
                <a:cs typeface="+mn-cs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CL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otham" panose="02000604030000020004" pitchFamily="50" charset="0"/>
                  <a:ea typeface="+mn-ea"/>
                  <a:cs typeface="+mn-cs"/>
                </a:rPr>
                <a:t>Tener la información lo más disponible posible y que todos sepan de su importancia.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CL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otham" panose="02000604030000020004" pitchFamily="50" charset="0"/>
                <a:ea typeface="+mn-ea"/>
                <a:cs typeface="+mn-cs"/>
              </a:endParaRPr>
            </a:p>
            <a:p>
              <a:pPr marL="285750" marR="0" lvl="0" indent="-2857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s-CL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otham" panose="02000604030000020004" pitchFamily="50" charset="0"/>
                  <a:ea typeface="+mn-ea"/>
                  <a:cs typeface="+mn-cs"/>
                </a:rPr>
                <a:t>Conversar como hacer un </a:t>
              </a:r>
              <a:r>
                <a:rPr kumimoji="0" lang="es-CL" sz="1600" b="0" i="1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otham" panose="02000604030000020004" pitchFamily="50" charset="0"/>
                  <a:ea typeface="+mn-ea"/>
                  <a:cs typeface="+mn-cs"/>
                </a:rPr>
                <a:t>dashboard</a:t>
              </a:r>
              <a:r>
                <a:rPr kumimoji="0" lang="es-CL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otham" panose="02000604030000020004" pitchFamily="50" charset="0"/>
                  <a:ea typeface="+mn-ea"/>
                  <a:cs typeface="+mn-cs"/>
                </a:rPr>
                <a:t> funcional</a:t>
              </a:r>
            </a:p>
            <a:p>
              <a:pPr marL="285750" marR="0" lvl="0" indent="-2857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s-CL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otham" panose="02000604030000020004" pitchFamily="50" charset="0"/>
                  <a:ea typeface="+mn-ea"/>
                  <a:cs typeface="+mn-cs"/>
                </a:rPr>
                <a:t>Considerarlo parte de la innovación</a:t>
              </a:r>
            </a:p>
          </p:txBody>
        </p:sp>
      </p:grpSp>
      <p:sp>
        <p:nvSpPr>
          <p:cNvPr id="9" name="CuadroTexto 8">
            <a:extLst>
              <a:ext uri="{FF2B5EF4-FFF2-40B4-BE49-F238E27FC236}">
                <a16:creationId xmlns:a16="http://schemas.microsoft.com/office/drawing/2014/main" id="{9B29D190-B1FB-43B3-9643-5AB731F00365}"/>
              </a:ext>
            </a:extLst>
          </p:cNvPr>
          <p:cNvSpPr txBox="1"/>
          <p:nvPr/>
        </p:nvSpPr>
        <p:spPr>
          <a:xfrm>
            <a:off x="597108" y="1649298"/>
            <a:ext cx="34627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L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otham" panose="02000604030000020004" pitchFamily="50" charset="0"/>
                <a:ea typeface="+mn-ea"/>
                <a:cs typeface="+mn-cs"/>
              </a:rPr>
              <a:t>Fijar formas y responsables del seguimiento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5E7CA761-A950-4179-8935-27EDF90849BD}"/>
              </a:ext>
            </a:extLst>
          </p:cNvPr>
          <p:cNvSpPr txBox="1"/>
          <p:nvPr/>
        </p:nvSpPr>
        <p:spPr>
          <a:xfrm>
            <a:off x="8132164" y="1649297"/>
            <a:ext cx="34627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L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otham" panose="02000604030000020004" pitchFamily="50" charset="0"/>
                <a:ea typeface="+mn-ea"/>
                <a:cs typeface="+mn-cs"/>
              </a:rPr>
              <a:t>Mantener información transparente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6B162AC8-7172-42FC-BBFB-A4D4ADC863D9}"/>
              </a:ext>
            </a:extLst>
          </p:cNvPr>
          <p:cNvSpPr txBox="1"/>
          <p:nvPr/>
        </p:nvSpPr>
        <p:spPr>
          <a:xfrm>
            <a:off x="4364635" y="1649297"/>
            <a:ext cx="358015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L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otham" panose="02000604030000020004" pitchFamily="50" charset="0"/>
                <a:ea typeface="+mn-ea"/>
                <a:cs typeface="+mn-cs"/>
              </a:rPr>
              <a:t>Conversar formas de tratar los descubrimientos</a:t>
            </a:r>
          </a:p>
        </p:txBody>
      </p:sp>
    </p:spTree>
    <p:extLst>
      <p:ext uri="{BB962C8B-B14F-4D97-AF65-F5344CB8AC3E}">
        <p14:creationId xmlns:p14="http://schemas.microsoft.com/office/powerpoint/2010/main" val="202009255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4C3729-E474-5D96-AB4B-9B8C4D075B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6166FD29-06B9-D64E-2583-11945D92CA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>
                <a:latin typeface="Raleway" pitchFamily="2" charset="77"/>
              </a:rPr>
              <a:t>Desafíos</a:t>
            </a:r>
          </a:p>
        </p:txBody>
      </p:sp>
    </p:spTree>
    <p:extLst>
      <p:ext uri="{BB962C8B-B14F-4D97-AF65-F5344CB8AC3E}">
        <p14:creationId xmlns:p14="http://schemas.microsoft.com/office/powerpoint/2010/main" val="178539125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0C124EA-A3FB-4614-A728-020CB72DEE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31515"/>
          </a:xfrm>
        </p:spPr>
        <p:txBody>
          <a:bodyPr/>
          <a:lstStyle/>
          <a:p>
            <a:pPr algn="ctr"/>
            <a:r>
              <a:rPr lang="es-CL" b="1" dirty="0">
                <a:latin typeface="Gotham" panose="02000604030000020004" pitchFamily="50" charset="0"/>
              </a:rPr>
              <a:t>4 superpoderes de los </a:t>
            </a:r>
            <a:r>
              <a:rPr lang="es-CL" b="1" dirty="0" err="1">
                <a:latin typeface="Gotham" panose="02000604030000020004" pitchFamily="50" charset="0"/>
              </a:rPr>
              <a:t>OKRs</a:t>
            </a:r>
            <a:endParaRPr lang="es-CL" b="1" dirty="0">
              <a:latin typeface="Gotham" panose="02000604030000020004" pitchFamily="50" charset="0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4BE985C1-E58B-4BE7-9EFF-A3BC26C56664}"/>
              </a:ext>
            </a:extLst>
          </p:cNvPr>
          <p:cNvSpPr txBox="1"/>
          <p:nvPr/>
        </p:nvSpPr>
        <p:spPr>
          <a:xfrm>
            <a:off x="509667" y="1813810"/>
            <a:ext cx="3462726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L" sz="28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Gotham" panose="02000604030000020004" pitchFamily="50" charset="0"/>
                <a:ea typeface="+mn-ea"/>
                <a:cs typeface="+mn-cs"/>
              </a:rPr>
              <a:t>DESAFIO</a:t>
            </a: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s-CL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otham" panose="02000604030000020004" pitchFamily="50" charset="0"/>
                <a:ea typeface="+mn-ea"/>
                <a:cs typeface="+mn-cs"/>
              </a:rPr>
              <a:t>Exigirse lo imposible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5A0832BE-FCB4-49E1-88CE-9AACF3DDEE02}"/>
              </a:ext>
            </a:extLst>
          </p:cNvPr>
          <p:cNvSpPr txBox="1"/>
          <p:nvPr/>
        </p:nvSpPr>
        <p:spPr>
          <a:xfrm>
            <a:off x="5651292" y="4661941"/>
            <a:ext cx="570250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otham" panose="02000604030000020004" pitchFamily="50" charset="0"/>
                <a:ea typeface="+mn-ea"/>
                <a:cs typeface="+mn-cs"/>
              </a:rPr>
              <a:t>Desafiarse, </a:t>
            </a:r>
            <a:r>
              <a:rPr kumimoji="0" lang="es-CL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otham" panose="02000604030000020004" pitchFamily="50" charset="0"/>
                <a:ea typeface="+mn-ea"/>
                <a:cs typeface="+mn-cs"/>
              </a:rPr>
              <a:t>es una escalera de habilitadores, se puede conquistar el mundo dando un paso a la vez…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23C62720-9780-41B9-875C-73D1A79999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51292" y="1117548"/>
            <a:ext cx="2797368" cy="35443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428389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El día que John F. Kennedy eligió ir a la Luna | Ciencia | elmundo.es">
            <a:extLst>
              <a:ext uri="{FF2B5EF4-FFF2-40B4-BE49-F238E27FC236}">
                <a16:creationId xmlns:a16="http://schemas.microsoft.com/office/drawing/2014/main" id="{195FB462-431B-4292-86E7-79D08581093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r="19327"/>
          <a:stretch/>
        </p:blipFill>
        <p:spPr bwMode="auto">
          <a:xfrm>
            <a:off x="4829792" y="0"/>
            <a:ext cx="7362208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CuadroTexto 1">
            <a:extLst>
              <a:ext uri="{FF2B5EF4-FFF2-40B4-BE49-F238E27FC236}">
                <a16:creationId xmlns:a16="http://schemas.microsoft.com/office/drawing/2014/main" id="{4E07B5BE-D679-46BF-9423-CE8802B7A406}"/>
              </a:ext>
            </a:extLst>
          </p:cNvPr>
          <p:cNvSpPr txBox="1"/>
          <p:nvPr/>
        </p:nvSpPr>
        <p:spPr>
          <a:xfrm>
            <a:off x="619233" y="282022"/>
            <a:ext cx="6920820" cy="83099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L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otham" panose="02000604030000020004" pitchFamily="50" charset="0"/>
                <a:ea typeface="+mn-ea"/>
                <a:cs typeface="+mn-cs"/>
              </a:rPr>
              <a:t>¿Cómo desafiar a los equipos en crisis?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L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otham" panose="02000604030000020004" pitchFamily="50" charset="0"/>
                <a:ea typeface="+mn-ea"/>
                <a:cs typeface="+mn-cs"/>
              </a:rPr>
              <a:t>Una época única que marcara destinos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B01BD1E1-972E-4A99-A096-1B65634AD342}"/>
              </a:ext>
            </a:extLst>
          </p:cNvPr>
          <p:cNvSpPr txBox="1"/>
          <p:nvPr/>
        </p:nvSpPr>
        <p:spPr>
          <a:xfrm>
            <a:off x="619231" y="1354220"/>
            <a:ext cx="5105091" cy="1754326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L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otham" panose="02000604030000020004" pitchFamily="50" charset="0"/>
                <a:ea typeface="+mn-ea"/>
                <a:cs typeface="+mn-cs"/>
              </a:rPr>
              <a:t>Probablemente la única gracias de las crisis es que… pasaran y serán recordadas como épicas (son marcas en la historia).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otham" panose="02000604030000020004" pitchFamily="50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L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otham" panose="02000604030000020004" pitchFamily="50" charset="0"/>
                <a:ea typeface="+mn-ea"/>
                <a:cs typeface="+mn-cs"/>
              </a:rPr>
              <a:t>Por esto nos dan la posibilidad de </a:t>
            </a:r>
            <a:r>
              <a:rPr kumimoji="0" lang="es-C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otham" panose="02000604030000020004" pitchFamily="50" charset="0"/>
                <a:ea typeface="+mn-ea"/>
                <a:cs typeface="+mn-cs"/>
              </a:rPr>
              <a:t>construir un relato</a:t>
            </a:r>
            <a:r>
              <a:rPr kumimoji="0" lang="es-CL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otham" panose="02000604030000020004" pitchFamily="50" charset="0"/>
                <a:ea typeface="+mn-ea"/>
                <a:cs typeface="+mn-cs"/>
              </a:rPr>
              <a:t> que será recordado…</a:t>
            </a:r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5B760844-2283-4B8B-BE48-AA2B2AD25F6C}"/>
              </a:ext>
            </a:extLst>
          </p:cNvPr>
          <p:cNvSpPr txBox="1"/>
          <p:nvPr/>
        </p:nvSpPr>
        <p:spPr>
          <a:xfrm>
            <a:off x="619230" y="5474776"/>
            <a:ext cx="5476769" cy="92333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L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otham" panose="02000604030000020004" pitchFamily="50" charset="0"/>
                <a:ea typeface="+mn-ea"/>
                <a:cs typeface="+mn-cs"/>
              </a:rPr>
              <a:t>Desafío y crisis se pueden convertir en sinónimos… tenemos tremendo espacio para llenar y una urgencia única.</a:t>
            </a:r>
          </a:p>
        </p:txBody>
      </p:sp>
    </p:spTree>
    <p:extLst>
      <p:ext uri="{BB962C8B-B14F-4D97-AF65-F5344CB8AC3E}">
        <p14:creationId xmlns:p14="http://schemas.microsoft.com/office/powerpoint/2010/main" val="81680236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ángulo 10">
            <a:extLst>
              <a:ext uri="{FF2B5EF4-FFF2-40B4-BE49-F238E27FC236}">
                <a16:creationId xmlns:a16="http://schemas.microsoft.com/office/drawing/2014/main" id="{07D696A3-9A4A-4B76-BD9F-DA5A0FAF78A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9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otham" panose="02000604030000020004" pitchFamily="50" charset="0"/>
              <a:ea typeface="+mn-ea"/>
              <a:cs typeface="+mn-cs"/>
            </a:endParaRPr>
          </a:p>
        </p:txBody>
      </p:sp>
      <p:grpSp>
        <p:nvGrpSpPr>
          <p:cNvPr id="5" name="Grupo 4">
            <a:extLst>
              <a:ext uri="{FF2B5EF4-FFF2-40B4-BE49-F238E27FC236}">
                <a16:creationId xmlns:a16="http://schemas.microsoft.com/office/drawing/2014/main" id="{96909733-DFD8-4F6B-B497-912CD2733C4C}"/>
              </a:ext>
            </a:extLst>
          </p:cNvPr>
          <p:cNvGrpSpPr/>
          <p:nvPr/>
        </p:nvGrpSpPr>
        <p:grpSpPr>
          <a:xfrm>
            <a:off x="1" y="944380"/>
            <a:ext cx="12191999" cy="5928609"/>
            <a:chOff x="1" y="770730"/>
            <a:chExt cx="12800172" cy="6087269"/>
          </a:xfrm>
        </p:grpSpPr>
        <p:grpSp>
          <p:nvGrpSpPr>
            <p:cNvPr id="4" name="Grupo 3">
              <a:extLst>
                <a:ext uri="{FF2B5EF4-FFF2-40B4-BE49-F238E27FC236}">
                  <a16:creationId xmlns:a16="http://schemas.microsoft.com/office/drawing/2014/main" id="{59E22CAD-7E4B-4FD9-857E-B2E71D1A686F}"/>
                </a:ext>
              </a:extLst>
            </p:cNvPr>
            <p:cNvGrpSpPr/>
            <p:nvPr/>
          </p:nvGrpSpPr>
          <p:grpSpPr>
            <a:xfrm>
              <a:off x="1" y="1738859"/>
              <a:ext cx="8574373" cy="5119140"/>
              <a:chOff x="1" y="153373"/>
              <a:chExt cx="10921640" cy="6704626"/>
            </a:xfrm>
          </p:grpSpPr>
          <p:pic>
            <p:nvPicPr>
              <p:cNvPr id="3076" name="Picture 4" descr="Historia de Colo-Colo - Alexis Sánchez">
                <a:extLst>
                  <a:ext uri="{FF2B5EF4-FFF2-40B4-BE49-F238E27FC236}">
                    <a16:creationId xmlns:a16="http://schemas.microsoft.com/office/drawing/2014/main" id="{10018909-9720-419A-81F4-3B869812CEF2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612631" y="2620348"/>
                <a:ext cx="2956085" cy="3658461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3074" name="Picture 2" descr="VIDEO | A 15 años del debut profesional de Alexis Sánchez">
                <a:extLst>
                  <a:ext uri="{FF2B5EF4-FFF2-40B4-BE49-F238E27FC236}">
                    <a16:creationId xmlns:a16="http://schemas.microsoft.com/office/drawing/2014/main" id="{219C5A20-F789-485C-A505-3502865946EA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" y="4449579"/>
                <a:ext cx="3612630" cy="240842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3078" name="Picture 6" descr="Alexis Sánchez: &quot;Soy de River, me gusta mucho su esquema y el ...">
                <a:extLst>
                  <a:ext uri="{FF2B5EF4-FFF2-40B4-BE49-F238E27FC236}">
                    <a16:creationId xmlns:a16="http://schemas.microsoft.com/office/drawing/2014/main" id="{78F9A22B-B4C3-4D8B-BBA8-4CE5524B5D51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568716" y="2620348"/>
                <a:ext cx="4281637" cy="2408421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3080" name="Picture 8" descr="El Udinese tensa la cuerda: &quot;Alexis vale 50 millones&quot; - Libertad ...">
                <a:extLst>
                  <a:ext uri="{FF2B5EF4-FFF2-40B4-BE49-F238E27FC236}">
                    <a16:creationId xmlns:a16="http://schemas.microsoft.com/office/drawing/2014/main" id="{311C1F9C-DDFE-4980-8521-210E95285865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568716" y="153373"/>
                <a:ext cx="4352925" cy="2466975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pic>
          <p:nvPicPr>
            <p:cNvPr id="3082" name="Picture 10" descr="Golazo de Alexis Sánchez postula al mejor de la historia del ...">
              <a:extLst>
                <a:ext uri="{FF2B5EF4-FFF2-40B4-BE49-F238E27FC236}">
                  <a16:creationId xmlns:a16="http://schemas.microsoft.com/office/drawing/2014/main" id="{C71D6603-C223-484C-9E93-16710EE570D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518407" y="770730"/>
              <a:ext cx="4281766" cy="285172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2" name="Título 1">
            <a:extLst>
              <a:ext uri="{FF2B5EF4-FFF2-40B4-BE49-F238E27FC236}">
                <a16:creationId xmlns:a16="http://schemas.microsoft.com/office/drawing/2014/main" id="{15865167-ABAF-4FD6-9FE9-8C81645A6D7E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93151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L" sz="44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Gotham" panose="02000604030000020004" pitchFamily="50" charset="0"/>
                <a:ea typeface="+mj-ea"/>
                <a:cs typeface="+mj-cs"/>
              </a:rPr>
              <a:t>El secreto es la escalera…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EEB85C60-7429-40EA-A9A6-B6A1DD0DC548}"/>
              </a:ext>
            </a:extLst>
          </p:cNvPr>
          <p:cNvSpPr txBox="1"/>
          <p:nvPr/>
        </p:nvSpPr>
        <p:spPr>
          <a:xfrm>
            <a:off x="484142" y="4406534"/>
            <a:ext cx="1733168" cy="701731"/>
          </a:xfrm>
          <a:prstGeom prst="rect">
            <a:avLst/>
          </a:prstGeom>
        </p:spPr>
        <p:txBody>
          <a:bodyPr/>
          <a:lstStyle>
            <a:defPPr>
              <a:defRPr lang="es-CL"/>
            </a:defPPr>
            <a:lvl1pPr algn="ctr">
              <a:lnSpc>
                <a:spcPct val="90000"/>
              </a:lnSpc>
              <a:spcBef>
                <a:spcPct val="0"/>
              </a:spcBef>
              <a:buNone/>
              <a:defRPr sz="4400" b="1">
                <a:solidFill>
                  <a:srgbClr val="0070C0"/>
                </a:solidFill>
                <a:latin typeface="Gotham" panose="02000604030000020004" pitchFamily="50" charset="0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L" sz="44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Gotham" panose="02000604030000020004" pitchFamily="50" charset="0"/>
                <a:ea typeface="+mj-ea"/>
                <a:cs typeface="+mj-cs"/>
              </a:rPr>
              <a:t>2006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B9AC5776-E8A3-48D2-9F21-2A540F4E8E7E}"/>
              </a:ext>
            </a:extLst>
          </p:cNvPr>
          <p:cNvSpPr txBox="1"/>
          <p:nvPr/>
        </p:nvSpPr>
        <p:spPr>
          <a:xfrm>
            <a:off x="2701451" y="3020043"/>
            <a:ext cx="1733168" cy="701731"/>
          </a:xfrm>
          <a:prstGeom prst="rect">
            <a:avLst/>
          </a:prstGeom>
        </p:spPr>
        <p:txBody>
          <a:bodyPr/>
          <a:lstStyle>
            <a:defPPr>
              <a:defRPr lang="es-CL"/>
            </a:defPPr>
            <a:lvl1pPr algn="ctr">
              <a:lnSpc>
                <a:spcPct val="90000"/>
              </a:lnSpc>
              <a:spcBef>
                <a:spcPct val="0"/>
              </a:spcBef>
              <a:buNone/>
              <a:defRPr sz="4400" b="1">
                <a:solidFill>
                  <a:srgbClr val="0070C0"/>
                </a:solidFill>
                <a:latin typeface="Gotham" panose="02000604030000020004" pitchFamily="50" charset="0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L" sz="44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Gotham" panose="02000604030000020004" pitchFamily="50" charset="0"/>
                <a:ea typeface="+mj-ea"/>
                <a:cs typeface="+mj-cs"/>
              </a:rPr>
              <a:t>2007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FB8D2A84-B803-41DF-A8DD-4F5F04DAB8A3}"/>
              </a:ext>
            </a:extLst>
          </p:cNvPr>
          <p:cNvSpPr txBox="1"/>
          <p:nvPr/>
        </p:nvSpPr>
        <p:spPr>
          <a:xfrm>
            <a:off x="6380505" y="5512731"/>
            <a:ext cx="1733168" cy="701731"/>
          </a:xfrm>
          <a:prstGeom prst="rect">
            <a:avLst/>
          </a:prstGeom>
        </p:spPr>
        <p:txBody>
          <a:bodyPr/>
          <a:lstStyle>
            <a:defPPr>
              <a:defRPr lang="es-CL"/>
            </a:defPPr>
            <a:lvl1pPr algn="ctr">
              <a:lnSpc>
                <a:spcPct val="90000"/>
              </a:lnSpc>
              <a:spcBef>
                <a:spcPct val="0"/>
              </a:spcBef>
              <a:buNone/>
              <a:defRPr sz="4400" b="1">
                <a:solidFill>
                  <a:srgbClr val="0070C0"/>
                </a:solidFill>
                <a:latin typeface="Gotham" panose="02000604030000020004" pitchFamily="50" charset="0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L" sz="44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Gotham" panose="02000604030000020004" pitchFamily="50" charset="0"/>
                <a:ea typeface="+mj-ea"/>
                <a:cs typeface="+mj-cs"/>
              </a:rPr>
              <a:t>2008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77AF36A3-55CB-47EF-9D6E-1C040B7570E7}"/>
              </a:ext>
            </a:extLst>
          </p:cNvPr>
          <p:cNvSpPr txBox="1"/>
          <p:nvPr/>
        </p:nvSpPr>
        <p:spPr>
          <a:xfrm>
            <a:off x="4911951" y="1185544"/>
            <a:ext cx="1733168" cy="701731"/>
          </a:xfrm>
          <a:prstGeom prst="rect">
            <a:avLst/>
          </a:prstGeom>
        </p:spPr>
        <p:txBody>
          <a:bodyPr/>
          <a:lstStyle>
            <a:defPPr>
              <a:defRPr lang="es-CL"/>
            </a:defPPr>
            <a:lvl1pPr algn="ctr">
              <a:lnSpc>
                <a:spcPct val="90000"/>
              </a:lnSpc>
              <a:spcBef>
                <a:spcPct val="0"/>
              </a:spcBef>
              <a:buNone/>
              <a:defRPr sz="4400" b="1">
                <a:solidFill>
                  <a:srgbClr val="0070C0"/>
                </a:solidFill>
                <a:latin typeface="Gotham" panose="02000604030000020004" pitchFamily="50" charset="0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L" sz="44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Gotham" panose="02000604030000020004" pitchFamily="50" charset="0"/>
                <a:ea typeface="+mj-ea"/>
                <a:cs typeface="+mj-cs"/>
              </a:rPr>
              <a:t>2011</a:t>
            </a:r>
          </a:p>
        </p:txBody>
      </p:sp>
    </p:spTree>
    <p:extLst>
      <p:ext uri="{BB962C8B-B14F-4D97-AF65-F5344CB8AC3E}">
        <p14:creationId xmlns:p14="http://schemas.microsoft.com/office/powerpoint/2010/main" val="194620028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Megamente (2010) – El villano con más corazón — Reseña en Cinema ...">
            <a:extLst>
              <a:ext uri="{FF2B5EF4-FFF2-40B4-BE49-F238E27FC236}">
                <a16:creationId xmlns:a16="http://schemas.microsoft.com/office/drawing/2014/main" id="{3932D76A-BCCD-460C-9697-A99097C1753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20" y="10"/>
            <a:ext cx="12191980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Bocadillo: rectángulo 1">
            <a:extLst>
              <a:ext uri="{FF2B5EF4-FFF2-40B4-BE49-F238E27FC236}">
                <a16:creationId xmlns:a16="http://schemas.microsoft.com/office/drawing/2014/main" id="{B406B124-8CB6-40AA-A522-9B7515CCF52D}"/>
              </a:ext>
            </a:extLst>
          </p:cNvPr>
          <p:cNvSpPr/>
          <p:nvPr/>
        </p:nvSpPr>
        <p:spPr>
          <a:xfrm>
            <a:off x="644577" y="419725"/>
            <a:ext cx="3987384" cy="779488"/>
          </a:xfrm>
          <a:prstGeom prst="wedgeRectCallout">
            <a:avLst>
              <a:gd name="adj1" fmla="val 51347"/>
              <a:gd name="adj2" fmla="val 127885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L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badi Extra Light" panose="020B0204020104020204" pitchFamily="34" charset="0"/>
                <a:ea typeface="+mn-ea"/>
                <a:cs typeface="+mn-cs"/>
              </a:rPr>
              <a:t>¿Para que estamos preparados? ¿Qué podemos lograr como equipo?</a:t>
            </a:r>
          </a:p>
        </p:txBody>
      </p:sp>
      <p:sp>
        <p:nvSpPr>
          <p:cNvPr id="3" name="Bocadillo: rectángulo 2">
            <a:extLst>
              <a:ext uri="{FF2B5EF4-FFF2-40B4-BE49-F238E27FC236}">
                <a16:creationId xmlns:a16="http://schemas.microsoft.com/office/drawing/2014/main" id="{A54D52A0-EB18-407A-9E3A-6D8F6C0FF6E6}"/>
              </a:ext>
            </a:extLst>
          </p:cNvPr>
          <p:cNvSpPr/>
          <p:nvPr/>
        </p:nvSpPr>
        <p:spPr>
          <a:xfrm>
            <a:off x="8229600" y="764498"/>
            <a:ext cx="2968052" cy="944381"/>
          </a:xfrm>
          <a:prstGeom prst="wedgeRectCallout">
            <a:avLst>
              <a:gd name="adj1" fmla="val -55515"/>
              <a:gd name="adj2" fmla="val 103484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L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badi Extra Light" panose="020B0204020104020204" pitchFamily="34" charset="0"/>
                <a:ea typeface="+mn-ea"/>
                <a:cs typeface="+mn-cs"/>
              </a:rPr>
              <a:t>Esta será una época única… va a pasar y habrá vencedores</a:t>
            </a:r>
          </a:p>
        </p:txBody>
      </p:sp>
    </p:spTree>
    <p:extLst>
      <p:ext uri="{BB962C8B-B14F-4D97-AF65-F5344CB8AC3E}">
        <p14:creationId xmlns:p14="http://schemas.microsoft.com/office/powerpoint/2010/main" val="219049907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705A23E6-70C8-4F43-901D-9BE34D8BA473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93151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L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otham" panose="02000604030000020004" pitchFamily="50" charset="0"/>
                <a:ea typeface="+mj-ea"/>
                <a:cs typeface="+mj-cs"/>
              </a:rPr>
              <a:t>¿Qué implica?</a:t>
            </a:r>
          </a:p>
        </p:txBody>
      </p:sp>
      <p:grpSp>
        <p:nvGrpSpPr>
          <p:cNvPr id="8" name="Grupo 7">
            <a:extLst>
              <a:ext uri="{FF2B5EF4-FFF2-40B4-BE49-F238E27FC236}">
                <a16:creationId xmlns:a16="http://schemas.microsoft.com/office/drawing/2014/main" id="{E6E7CCDD-728E-492C-BDBF-EDB1E98E8829}"/>
              </a:ext>
            </a:extLst>
          </p:cNvPr>
          <p:cNvGrpSpPr/>
          <p:nvPr/>
        </p:nvGrpSpPr>
        <p:grpSpPr>
          <a:xfrm>
            <a:off x="597108" y="2295629"/>
            <a:ext cx="10997784" cy="4197246"/>
            <a:chOff x="1034321" y="2158584"/>
            <a:chExt cx="10997784" cy="4197246"/>
          </a:xfrm>
        </p:grpSpPr>
        <p:sp>
          <p:nvSpPr>
            <p:cNvPr id="5" name="Rectángulo 4">
              <a:extLst>
                <a:ext uri="{FF2B5EF4-FFF2-40B4-BE49-F238E27FC236}">
                  <a16:creationId xmlns:a16="http://schemas.microsoft.com/office/drawing/2014/main" id="{F6778346-9964-418A-A39C-5F2E1A78D61C}"/>
                </a:ext>
              </a:extLst>
            </p:cNvPr>
            <p:cNvSpPr/>
            <p:nvPr/>
          </p:nvSpPr>
          <p:spPr>
            <a:xfrm>
              <a:off x="1034321" y="2158584"/>
              <a:ext cx="3462728" cy="4197246"/>
            </a:xfrm>
            <a:prstGeom prst="rect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CL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otham" panose="02000604030000020004" pitchFamily="50" charset="0"/>
                  <a:ea typeface="+mn-ea"/>
                  <a:cs typeface="+mn-cs"/>
                </a:rPr>
                <a:t>Combinar lo práctico de objetivos y resultados trimestrales con un desafío de mediano plazo.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CL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otham" panose="02000604030000020004" pitchFamily="50" charset="0"/>
                <a:ea typeface="+mn-ea"/>
                <a:cs typeface="+mn-cs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CL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otham" panose="02000604030000020004" pitchFamily="50" charset="0"/>
                  <a:ea typeface="+mn-ea"/>
                  <a:cs typeface="+mn-cs"/>
                </a:rPr>
                <a:t>¿Cómo tener una organización de soñadores? Apasionados por logros relevantes.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CL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otham" panose="02000604030000020004" pitchFamily="50" charset="0"/>
                <a:ea typeface="+mn-ea"/>
                <a:cs typeface="+mn-cs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CL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otham" panose="02000604030000020004" pitchFamily="50" charset="0"/>
                <a:ea typeface="+mn-ea"/>
                <a:cs typeface="+mn-cs"/>
              </a:endParaRPr>
            </a:p>
            <a:p>
              <a:pPr marL="285750" marR="0" lvl="0" indent="-2857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s-CL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otham" panose="02000604030000020004" pitchFamily="50" charset="0"/>
                  <a:ea typeface="+mn-ea"/>
                  <a:cs typeface="+mn-cs"/>
                </a:rPr>
                <a:t>Revisar todo lo elaborado y tensionar los puntos</a:t>
              </a:r>
            </a:p>
            <a:p>
              <a:pPr marL="285750" marR="0" lvl="0" indent="-2857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s-CL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otham" panose="02000604030000020004" pitchFamily="50" charset="0"/>
                  <a:ea typeface="+mn-ea"/>
                  <a:cs typeface="+mn-cs"/>
                </a:rPr>
                <a:t>Desafiar a cada equipo y relevarlo en la organización</a:t>
              </a:r>
            </a:p>
          </p:txBody>
        </p:sp>
        <p:sp>
          <p:nvSpPr>
            <p:cNvPr id="6" name="Rectángulo 5">
              <a:extLst>
                <a:ext uri="{FF2B5EF4-FFF2-40B4-BE49-F238E27FC236}">
                  <a16:creationId xmlns:a16="http://schemas.microsoft.com/office/drawing/2014/main" id="{3268CA36-BF76-43B9-A515-15B50DB86B6C}"/>
                </a:ext>
              </a:extLst>
            </p:cNvPr>
            <p:cNvSpPr/>
            <p:nvPr/>
          </p:nvSpPr>
          <p:spPr>
            <a:xfrm>
              <a:off x="4801849" y="2158584"/>
              <a:ext cx="3462728" cy="4197246"/>
            </a:xfrm>
            <a:prstGeom prst="rect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CL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otham" panose="02000604030000020004" pitchFamily="50" charset="0"/>
                  <a:ea typeface="+mn-ea"/>
                  <a:cs typeface="+mn-cs"/>
                </a:rPr>
                <a:t>Apuntar a lograr un pensamiento práctico y enfocado, de estaciones y módulos.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CL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otham" panose="02000604030000020004" pitchFamily="50" charset="0"/>
                <a:ea typeface="+mn-ea"/>
                <a:cs typeface="+mn-cs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CL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otham" panose="02000604030000020004" pitchFamily="50" charset="0"/>
                  <a:ea typeface="+mn-ea"/>
                  <a:cs typeface="+mn-cs"/>
                </a:rPr>
                <a:t>¿Cómo generar una cultura del hacer? Especialistas en desarmar la complejidad y volverla tareas.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CL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otham" panose="02000604030000020004" pitchFamily="50" charset="0"/>
                <a:ea typeface="+mn-ea"/>
                <a:cs typeface="+mn-cs"/>
              </a:endParaRPr>
            </a:p>
            <a:p>
              <a:pPr marL="285750" marR="0" lvl="0" indent="-2857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s-CL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otham" panose="02000604030000020004" pitchFamily="50" charset="0"/>
                  <a:ea typeface="+mn-ea"/>
                  <a:cs typeface="+mn-cs"/>
                </a:rPr>
                <a:t>Jugar con la deconstrucción de objetivos y la discusión del ¿Cómo?</a:t>
              </a:r>
            </a:p>
            <a:p>
              <a:pPr marL="285750" marR="0" lvl="0" indent="-2857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s-CL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otham" panose="02000604030000020004" pitchFamily="50" charset="0"/>
                  <a:ea typeface="+mn-ea"/>
                  <a:cs typeface="+mn-cs"/>
                </a:rPr>
                <a:t>Ser tácticos. Premiar el talento táctico.</a:t>
              </a:r>
            </a:p>
          </p:txBody>
        </p:sp>
        <p:sp>
          <p:nvSpPr>
            <p:cNvPr id="7" name="Rectángulo 6">
              <a:extLst>
                <a:ext uri="{FF2B5EF4-FFF2-40B4-BE49-F238E27FC236}">
                  <a16:creationId xmlns:a16="http://schemas.microsoft.com/office/drawing/2014/main" id="{CF5BAF3D-C8A5-4E3C-B385-30F946DF501D}"/>
                </a:ext>
              </a:extLst>
            </p:cNvPr>
            <p:cNvSpPr/>
            <p:nvPr/>
          </p:nvSpPr>
          <p:spPr>
            <a:xfrm>
              <a:off x="8569377" y="2158584"/>
              <a:ext cx="3462728" cy="4197246"/>
            </a:xfrm>
            <a:prstGeom prst="rect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CL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otham" panose="02000604030000020004" pitchFamily="50" charset="0"/>
                  <a:ea typeface="+mn-ea"/>
                  <a:cs typeface="+mn-cs"/>
                </a:rPr>
                <a:t>¿Cómo crear una organización con una pasión común, orientada a logro y clara en la dependencia del equipo?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CL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otham" panose="02000604030000020004" pitchFamily="50" charset="0"/>
                <a:ea typeface="+mn-ea"/>
                <a:cs typeface="+mn-cs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CL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otham" panose="02000604030000020004" pitchFamily="50" charset="0"/>
                  <a:ea typeface="+mn-ea"/>
                  <a:cs typeface="+mn-cs"/>
                </a:rPr>
                <a:t>Mostrar héroes, reconocer, celebrar, evangelizar.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CL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otham" panose="02000604030000020004" pitchFamily="50" charset="0"/>
                <a:ea typeface="+mn-ea"/>
                <a:cs typeface="+mn-cs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CL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otham" panose="02000604030000020004" pitchFamily="50" charset="0"/>
                <a:ea typeface="+mn-ea"/>
                <a:cs typeface="+mn-cs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CL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otham" panose="02000604030000020004" pitchFamily="50" charset="0"/>
                <a:ea typeface="+mn-ea"/>
                <a:cs typeface="+mn-cs"/>
              </a:endParaRPr>
            </a:p>
            <a:p>
              <a:pPr marL="285750" marR="0" lvl="0" indent="-2857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s-CL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otham" panose="02000604030000020004" pitchFamily="50" charset="0"/>
                  <a:ea typeface="+mn-ea"/>
                  <a:cs typeface="+mn-cs"/>
                </a:rPr>
                <a:t>Fijar y discutir tareas críticas y establecer recompensas informales</a:t>
              </a:r>
            </a:p>
            <a:p>
              <a:pPr marL="285750" marR="0" lvl="0" indent="-2857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s-CL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otham" panose="02000604030000020004" pitchFamily="50" charset="0"/>
                  <a:ea typeface="+mn-ea"/>
                  <a:cs typeface="+mn-cs"/>
                </a:rPr>
                <a:t>Crear buenos ritos y cultura</a:t>
              </a:r>
            </a:p>
          </p:txBody>
        </p:sp>
      </p:grpSp>
      <p:sp>
        <p:nvSpPr>
          <p:cNvPr id="9" name="CuadroTexto 8">
            <a:extLst>
              <a:ext uri="{FF2B5EF4-FFF2-40B4-BE49-F238E27FC236}">
                <a16:creationId xmlns:a16="http://schemas.microsoft.com/office/drawing/2014/main" id="{6B68503C-4BBA-4F50-8E3B-1FC5927E4123}"/>
              </a:ext>
            </a:extLst>
          </p:cNvPr>
          <p:cNvSpPr txBox="1"/>
          <p:nvPr/>
        </p:nvSpPr>
        <p:spPr>
          <a:xfrm>
            <a:off x="597108" y="1649298"/>
            <a:ext cx="34627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L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otham" panose="02000604030000020004" pitchFamily="50" charset="0"/>
                <a:ea typeface="+mn-ea"/>
                <a:cs typeface="+mn-cs"/>
              </a:rPr>
              <a:t>Desafiarse a más. Fijar la meta de la unidad, alto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5297CCB3-9925-483F-A876-2ECAEF9A8F34}"/>
              </a:ext>
            </a:extLst>
          </p:cNvPr>
          <p:cNvSpPr txBox="1"/>
          <p:nvPr/>
        </p:nvSpPr>
        <p:spPr>
          <a:xfrm>
            <a:off x="8132164" y="1649297"/>
            <a:ext cx="34627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L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otham" panose="02000604030000020004" pitchFamily="50" charset="0"/>
                <a:ea typeface="+mn-ea"/>
                <a:cs typeface="+mn-cs"/>
              </a:rPr>
              <a:t>Reconocer héroes en las tareas. Distribuir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EDD7F1F8-45B1-4560-9738-1260257681D4}"/>
              </a:ext>
            </a:extLst>
          </p:cNvPr>
          <p:cNvSpPr txBox="1"/>
          <p:nvPr/>
        </p:nvSpPr>
        <p:spPr>
          <a:xfrm>
            <a:off x="4364636" y="1649297"/>
            <a:ext cx="34627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L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otham" panose="02000604030000020004" pitchFamily="50" charset="0"/>
                <a:ea typeface="+mn-ea"/>
                <a:cs typeface="+mn-cs"/>
              </a:rPr>
              <a:t>Pensar en escalones y módulos/ partes</a:t>
            </a:r>
          </a:p>
        </p:txBody>
      </p:sp>
    </p:spTree>
    <p:extLst>
      <p:ext uri="{BB962C8B-B14F-4D97-AF65-F5344CB8AC3E}">
        <p14:creationId xmlns:p14="http://schemas.microsoft.com/office/powerpoint/2010/main" val="33208191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Rectangle 70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2050" name="Picture 2" descr="Frases de la película Rush">
            <a:extLst>
              <a:ext uri="{FF2B5EF4-FFF2-40B4-BE49-F238E27FC236}">
                <a16:creationId xmlns:a16="http://schemas.microsoft.com/office/drawing/2014/main" id="{4098D1F9-CDA1-4BF0-8DC3-66F3D0EC0D1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20" y="1282"/>
            <a:ext cx="12191980" cy="68567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139800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4424A834-2ADA-4D65-9646-F7E2DEA88F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CL" sz="3600" dirty="0">
                <a:latin typeface="Gotham Book" panose="02000604040000020004" pitchFamily="50" charset="0"/>
              </a:rPr>
              <a:t>EJERCICIO #2 </a:t>
            </a:r>
            <a:r>
              <a:rPr lang="es-CL" sz="3600" dirty="0" err="1">
                <a:latin typeface="Gotham Book" panose="02000604040000020004" pitchFamily="50" charset="0"/>
              </a:rPr>
              <a:t>OKRs</a:t>
            </a:r>
            <a:br>
              <a:rPr lang="es-CL" sz="3600" dirty="0">
                <a:latin typeface="Gotham Book" panose="02000604040000020004" pitchFamily="50" charset="0"/>
              </a:rPr>
            </a:br>
            <a:r>
              <a:rPr lang="es-CL" sz="2800" b="1" dirty="0">
                <a:latin typeface="Gotham Book" panose="02000604040000020004" pitchFamily="50" charset="0"/>
              </a:rPr>
              <a:t>Potenciando el colegio de mis hijos</a:t>
            </a:r>
            <a:endParaRPr lang="es-CL" sz="3600" b="1" dirty="0">
              <a:latin typeface="Gotham Book" panose="02000604040000020004" pitchFamily="50" charset="0"/>
            </a:endParaRPr>
          </a:p>
        </p:txBody>
      </p:sp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id="{29EF97B5-228F-4628-992C-AD4B4CFBC1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rmAutofit/>
          </a:bodyPr>
          <a:lstStyle/>
          <a:p>
            <a:r>
              <a:rPr lang="es-CL" sz="2400" dirty="0">
                <a:latin typeface="Gotham Book" panose="02000604040000020004" pitchFamily="50" charset="0"/>
              </a:rPr>
              <a:t>He sido exitoso en lograr atención y poder focalizar la atención en los puntos u objetivos. La administración ha solicitado que profundicemos, y pasemos a la siguiente etapa, los resultados clave.</a:t>
            </a:r>
          </a:p>
          <a:p>
            <a:r>
              <a:rPr lang="es-CL" sz="2400" dirty="0">
                <a:latin typeface="Gotham Book" panose="02000604040000020004" pitchFamily="50" charset="0"/>
              </a:rPr>
              <a:t>Así, debo pasar a trabajar resultados clave en los distintos temas determinados en los objetivos. Como por ejemplo:</a:t>
            </a:r>
          </a:p>
          <a:p>
            <a:pPr lvl="1"/>
            <a:r>
              <a:rPr lang="es-CL" sz="2000" dirty="0">
                <a:latin typeface="Gotham Book" panose="02000604040000020004" pitchFamily="50" charset="0"/>
              </a:rPr>
              <a:t>El entorno de orden necesario para aprender</a:t>
            </a:r>
          </a:p>
          <a:p>
            <a:pPr lvl="1"/>
            <a:r>
              <a:rPr lang="es-CL" sz="2000" dirty="0">
                <a:latin typeface="Gotham Book" panose="02000604040000020004" pitchFamily="50" charset="0"/>
              </a:rPr>
              <a:t>Las herramientas de globalización de las posibilidades</a:t>
            </a:r>
          </a:p>
          <a:p>
            <a:pPr lvl="1"/>
            <a:r>
              <a:rPr lang="es-CL" sz="2000" dirty="0">
                <a:latin typeface="Gotham Book" panose="02000604040000020004" pitchFamily="50" charset="0"/>
              </a:rPr>
              <a:t>La formación integral, el deporte, la ética, la civilidad</a:t>
            </a:r>
          </a:p>
          <a:p>
            <a:pPr lvl="1"/>
            <a:r>
              <a:rPr lang="es-CL" sz="2000" dirty="0">
                <a:latin typeface="Gotham Book" panose="02000604040000020004" pitchFamily="50" charset="0"/>
              </a:rPr>
              <a:t>El mejoramiento de la educación formal</a:t>
            </a:r>
          </a:p>
          <a:p>
            <a:r>
              <a:rPr lang="es-CL" sz="2400" dirty="0">
                <a:latin typeface="Gotham Book" panose="02000604040000020004" pitchFamily="50" charset="0"/>
              </a:rPr>
              <a:t>Profundizaremos lo enseñado por </a:t>
            </a:r>
            <a:r>
              <a:rPr lang="es-CL" sz="2400" b="1" dirty="0">
                <a:latin typeface="Gotham Book" panose="02000604040000020004" pitchFamily="50" charset="0"/>
              </a:rPr>
              <a:t>COMPITE </a:t>
            </a:r>
            <a:r>
              <a:rPr lang="es-CL" sz="2400" dirty="0">
                <a:latin typeface="Gotham Book" panose="02000604040000020004" pitchFamily="50" charset="0"/>
              </a:rPr>
              <a:t>en la famosa metodología de </a:t>
            </a:r>
            <a:r>
              <a:rPr lang="es-CL" sz="2400" dirty="0" err="1">
                <a:latin typeface="Gotham Book" panose="02000604040000020004" pitchFamily="50" charset="0"/>
              </a:rPr>
              <a:t>OKRs</a:t>
            </a:r>
            <a:r>
              <a:rPr lang="es-CL" sz="2400" dirty="0">
                <a:latin typeface="Gotham Book" panose="02000604040000020004" pitchFamily="50" charset="0"/>
              </a:rPr>
              <a:t> fijando resultados clave.</a:t>
            </a:r>
          </a:p>
        </p:txBody>
      </p:sp>
    </p:spTree>
    <p:extLst>
      <p:ext uri="{BB962C8B-B14F-4D97-AF65-F5344CB8AC3E}">
        <p14:creationId xmlns:p14="http://schemas.microsoft.com/office/powerpoint/2010/main" val="182761060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382C4C8-4E1E-4D65-847F-F63A54C058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CL" sz="4000" dirty="0">
                <a:latin typeface="Gotham Book" panose="02000604040000020004" pitchFamily="50" charset="0"/>
              </a:rPr>
              <a:t>Discutir la deconstrucción de objetivos en resultados clave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9B3F455-77BC-4C79-B916-28DE8792B3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80369"/>
            <a:ext cx="10515600" cy="4351338"/>
          </a:xfrm>
        </p:spPr>
        <p:txBody>
          <a:bodyPr/>
          <a:lstStyle/>
          <a:p>
            <a:r>
              <a:rPr lang="es-CL" dirty="0">
                <a:latin typeface="Gotham Book" panose="02000604040000020004" pitchFamily="50" charset="0"/>
              </a:rPr>
              <a:t>En grupo discutir los resultados claves a perseguir</a:t>
            </a:r>
          </a:p>
          <a:p>
            <a:endParaRPr lang="es-CL" dirty="0">
              <a:latin typeface="Gotham Book" panose="02000604040000020004" pitchFamily="50" charset="0"/>
            </a:endParaRPr>
          </a:p>
          <a:p>
            <a:r>
              <a:rPr lang="es-CL" dirty="0">
                <a:latin typeface="Gotham Book" panose="02000604040000020004" pitchFamily="50" charset="0"/>
              </a:rPr>
              <a:t>Asigne resultados en puntos de procesos intermedios y unidades de negocios</a:t>
            </a:r>
          </a:p>
          <a:p>
            <a:endParaRPr lang="es-CL" dirty="0">
              <a:latin typeface="Gotham Book" panose="02000604040000020004" pitchFamily="50" charset="0"/>
            </a:endParaRPr>
          </a:p>
          <a:p>
            <a:r>
              <a:rPr lang="es-CL" dirty="0">
                <a:latin typeface="Gotham Book" panose="02000604040000020004" pitchFamily="50" charset="0"/>
              </a:rPr>
              <a:t>Exponer por grupo</a:t>
            </a:r>
          </a:p>
        </p:txBody>
      </p:sp>
    </p:spTree>
    <p:extLst>
      <p:ext uri="{BB962C8B-B14F-4D97-AF65-F5344CB8AC3E}">
        <p14:creationId xmlns:p14="http://schemas.microsoft.com/office/powerpoint/2010/main" val="384033560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D12EF3B0-E872-4DCF-806E-EA7F312AD943}"/>
              </a:ext>
            </a:extLst>
          </p:cNvPr>
          <p:cNvSpPr/>
          <p:nvPr/>
        </p:nvSpPr>
        <p:spPr>
          <a:xfrm>
            <a:off x="2158583" y="2077873"/>
            <a:ext cx="2308485" cy="107929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otham Book" panose="02000604040000020004" pitchFamily="50" charset="0"/>
              <a:ea typeface="+mn-ea"/>
              <a:cs typeface="+mn-cs"/>
            </a:endParaRP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D2866421-855D-417C-8CEF-AF99AF408FF4}"/>
              </a:ext>
            </a:extLst>
          </p:cNvPr>
          <p:cNvSpPr/>
          <p:nvPr/>
        </p:nvSpPr>
        <p:spPr>
          <a:xfrm>
            <a:off x="5219074" y="2077873"/>
            <a:ext cx="2308485" cy="107929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otham Book" panose="02000604040000020004" pitchFamily="50" charset="0"/>
              <a:ea typeface="+mn-ea"/>
              <a:cs typeface="+mn-cs"/>
            </a:endParaRP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6E37C7C0-4A87-4934-85CA-68D5A49BFA27}"/>
              </a:ext>
            </a:extLst>
          </p:cNvPr>
          <p:cNvSpPr/>
          <p:nvPr/>
        </p:nvSpPr>
        <p:spPr>
          <a:xfrm>
            <a:off x="8279565" y="2077873"/>
            <a:ext cx="2308485" cy="107929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otham Book" panose="02000604040000020004" pitchFamily="50" charset="0"/>
              <a:ea typeface="+mn-ea"/>
              <a:cs typeface="+mn-cs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5B2A519A-E390-40D9-88F0-DDF3D99489E0}"/>
              </a:ext>
            </a:extLst>
          </p:cNvPr>
          <p:cNvSpPr txBox="1"/>
          <p:nvPr/>
        </p:nvSpPr>
        <p:spPr>
          <a:xfrm>
            <a:off x="253583" y="2077873"/>
            <a:ext cx="152899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L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otham Book" panose="02000604040000020004" pitchFamily="50" charset="0"/>
                <a:ea typeface="+mn-ea"/>
                <a:cs typeface="+mn-cs"/>
              </a:rPr>
              <a:t>Objetivos y frases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973CBF16-2E5A-4B9D-9FFE-16778CCFBF53}"/>
              </a:ext>
            </a:extLst>
          </p:cNvPr>
          <p:cNvSpPr/>
          <p:nvPr/>
        </p:nvSpPr>
        <p:spPr>
          <a:xfrm>
            <a:off x="1782580" y="4086555"/>
            <a:ext cx="1993692" cy="629587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otham Book" panose="02000604040000020004" pitchFamily="50" charset="0"/>
              <a:ea typeface="+mn-ea"/>
              <a:cs typeface="+mn-cs"/>
            </a:endParaRP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E6BCFE65-C514-4146-8B95-FC1F67E9E69C}"/>
              </a:ext>
            </a:extLst>
          </p:cNvPr>
          <p:cNvSpPr/>
          <p:nvPr/>
        </p:nvSpPr>
        <p:spPr>
          <a:xfrm>
            <a:off x="3973643" y="4086554"/>
            <a:ext cx="1993692" cy="629587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otham Book" panose="02000604040000020004" pitchFamily="50" charset="0"/>
              <a:ea typeface="+mn-ea"/>
              <a:cs typeface="+mn-cs"/>
            </a:endParaRP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F381AEBA-4A1E-41C4-A377-51F71C75C74B}"/>
              </a:ext>
            </a:extLst>
          </p:cNvPr>
          <p:cNvSpPr/>
          <p:nvPr/>
        </p:nvSpPr>
        <p:spPr>
          <a:xfrm>
            <a:off x="6164706" y="4086554"/>
            <a:ext cx="1993692" cy="629587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otham Book" panose="02000604040000020004" pitchFamily="50" charset="0"/>
              <a:ea typeface="+mn-ea"/>
              <a:cs typeface="+mn-cs"/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FA8970C9-BD1C-4451-9C5A-164F6224FDC2}"/>
              </a:ext>
            </a:extLst>
          </p:cNvPr>
          <p:cNvSpPr txBox="1"/>
          <p:nvPr/>
        </p:nvSpPr>
        <p:spPr>
          <a:xfrm>
            <a:off x="253582" y="4069810"/>
            <a:ext cx="152899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L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otham Book" panose="02000604040000020004" pitchFamily="50" charset="0"/>
                <a:ea typeface="+mn-ea"/>
                <a:cs typeface="+mn-cs"/>
              </a:rPr>
              <a:t>Resultados claves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5EB1F096-F3C2-48BA-BBDD-C9FE5DC1C30D}"/>
              </a:ext>
            </a:extLst>
          </p:cNvPr>
          <p:cNvSpPr/>
          <p:nvPr/>
        </p:nvSpPr>
        <p:spPr>
          <a:xfrm>
            <a:off x="1782580" y="5688030"/>
            <a:ext cx="1993692" cy="62958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otham Book" panose="02000604040000020004" pitchFamily="50" charset="0"/>
              <a:ea typeface="+mn-ea"/>
              <a:cs typeface="+mn-cs"/>
            </a:endParaRP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A2F3DCB3-03C8-46AE-8FF3-8645A67C17FF}"/>
              </a:ext>
            </a:extLst>
          </p:cNvPr>
          <p:cNvSpPr/>
          <p:nvPr/>
        </p:nvSpPr>
        <p:spPr>
          <a:xfrm>
            <a:off x="3973643" y="5688029"/>
            <a:ext cx="1993692" cy="62958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otham Book" panose="02000604040000020004" pitchFamily="50" charset="0"/>
              <a:ea typeface="+mn-ea"/>
              <a:cs typeface="+mn-cs"/>
            </a:endParaRP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F8148DD9-2E00-42BA-A5E9-4A824FCE41D1}"/>
              </a:ext>
            </a:extLst>
          </p:cNvPr>
          <p:cNvSpPr/>
          <p:nvPr/>
        </p:nvSpPr>
        <p:spPr>
          <a:xfrm>
            <a:off x="6164706" y="5688029"/>
            <a:ext cx="1993692" cy="62958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otham Book" panose="02000604040000020004" pitchFamily="50" charset="0"/>
              <a:ea typeface="+mn-ea"/>
              <a:cs typeface="+mn-cs"/>
            </a:endParaRP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BCC967FF-4F8E-4BCB-A245-6341CB0069CB}"/>
              </a:ext>
            </a:extLst>
          </p:cNvPr>
          <p:cNvSpPr txBox="1"/>
          <p:nvPr/>
        </p:nvSpPr>
        <p:spPr>
          <a:xfrm>
            <a:off x="253582" y="5671285"/>
            <a:ext cx="152899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L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otham Book" panose="02000604040000020004" pitchFamily="50" charset="0"/>
                <a:ea typeface="+mn-ea"/>
                <a:cs typeface="+mn-cs"/>
              </a:rPr>
              <a:t>Iniciativas</a:t>
            </a:r>
          </a:p>
        </p:txBody>
      </p:sp>
      <p:cxnSp>
        <p:nvCxnSpPr>
          <p:cNvPr id="15" name="Conector recto de flecha 14">
            <a:extLst>
              <a:ext uri="{FF2B5EF4-FFF2-40B4-BE49-F238E27FC236}">
                <a16:creationId xmlns:a16="http://schemas.microsoft.com/office/drawing/2014/main" id="{A02594D7-99F7-45A5-B4B3-C5563892BCCF}"/>
              </a:ext>
            </a:extLst>
          </p:cNvPr>
          <p:cNvCxnSpPr>
            <a:stCxn id="2" idx="2"/>
            <a:endCxn id="6" idx="0"/>
          </p:cNvCxnSpPr>
          <p:nvPr/>
        </p:nvCxnSpPr>
        <p:spPr>
          <a:xfrm flipH="1">
            <a:off x="2779426" y="3157165"/>
            <a:ext cx="533400" cy="92939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recto de flecha 16">
            <a:extLst>
              <a:ext uri="{FF2B5EF4-FFF2-40B4-BE49-F238E27FC236}">
                <a16:creationId xmlns:a16="http://schemas.microsoft.com/office/drawing/2014/main" id="{0BCAD746-96E2-4596-82C6-56721D0E595E}"/>
              </a:ext>
            </a:extLst>
          </p:cNvPr>
          <p:cNvCxnSpPr>
            <a:stCxn id="2" idx="2"/>
            <a:endCxn id="7" idx="0"/>
          </p:cNvCxnSpPr>
          <p:nvPr/>
        </p:nvCxnSpPr>
        <p:spPr>
          <a:xfrm>
            <a:off x="3312826" y="3157165"/>
            <a:ext cx="1657663" cy="9293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ector recto de flecha 18">
            <a:extLst>
              <a:ext uri="{FF2B5EF4-FFF2-40B4-BE49-F238E27FC236}">
                <a16:creationId xmlns:a16="http://schemas.microsoft.com/office/drawing/2014/main" id="{D32A9FB6-BF81-45D0-9FB8-0EB3D57949B7}"/>
              </a:ext>
            </a:extLst>
          </p:cNvPr>
          <p:cNvCxnSpPr>
            <a:stCxn id="2" idx="2"/>
          </p:cNvCxnSpPr>
          <p:nvPr/>
        </p:nvCxnSpPr>
        <p:spPr>
          <a:xfrm>
            <a:off x="3312826" y="3157165"/>
            <a:ext cx="4077325" cy="9718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 recto de flecha 20">
            <a:extLst>
              <a:ext uri="{FF2B5EF4-FFF2-40B4-BE49-F238E27FC236}">
                <a16:creationId xmlns:a16="http://schemas.microsoft.com/office/drawing/2014/main" id="{D83D656B-A1E7-40CA-BA36-649C566C3015}"/>
              </a:ext>
            </a:extLst>
          </p:cNvPr>
          <p:cNvCxnSpPr>
            <a:stCxn id="6" idx="2"/>
            <a:endCxn id="10" idx="0"/>
          </p:cNvCxnSpPr>
          <p:nvPr/>
        </p:nvCxnSpPr>
        <p:spPr>
          <a:xfrm>
            <a:off x="2779426" y="4716142"/>
            <a:ext cx="0" cy="9718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ector recto de flecha 22">
            <a:extLst>
              <a:ext uri="{FF2B5EF4-FFF2-40B4-BE49-F238E27FC236}">
                <a16:creationId xmlns:a16="http://schemas.microsoft.com/office/drawing/2014/main" id="{2993ABDA-9467-404C-AE79-90840CEE724A}"/>
              </a:ext>
            </a:extLst>
          </p:cNvPr>
          <p:cNvCxnSpPr>
            <a:stCxn id="6" idx="2"/>
            <a:endCxn id="11" idx="0"/>
          </p:cNvCxnSpPr>
          <p:nvPr/>
        </p:nvCxnSpPr>
        <p:spPr>
          <a:xfrm>
            <a:off x="2779426" y="4716142"/>
            <a:ext cx="2191063" cy="97188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ector recto de flecha 24">
            <a:extLst>
              <a:ext uri="{FF2B5EF4-FFF2-40B4-BE49-F238E27FC236}">
                <a16:creationId xmlns:a16="http://schemas.microsoft.com/office/drawing/2014/main" id="{ED93D523-E761-4365-85B4-D7DFF6504D8D}"/>
              </a:ext>
            </a:extLst>
          </p:cNvPr>
          <p:cNvCxnSpPr>
            <a:stCxn id="6" idx="2"/>
          </p:cNvCxnSpPr>
          <p:nvPr/>
        </p:nvCxnSpPr>
        <p:spPr>
          <a:xfrm>
            <a:off x="2779426" y="4716142"/>
            <a:ext cx="4250961" cy="9293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CuadroTexto 21">
            <a:extLst>
              <a:ext uri="{FF2B5EF4-FFF2-40B4-BE49-F238E27FC236}">
                <a16:creationId xmlns:a16="http://schemas.microsoft.com/office/drawing/2014/main" id="{FA4F97B7-384E-4A6E-864F-84C1428525E8}"/>
              </a:ext>
            </a:extLst>
          </p:cNvPr>
          <p:cNvSpPr txBox="1"/>
          <p:nvPr/>
        </p:nvSpPr>
        <p:spPr>
          <a:xfrm>
            <a:off x="886265" y="594823"/>
            <a:ext cx="970178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L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otham Book" panose="02000604040000020004" pitchFamily="50" charset="0"/>
                <a:ea typeface="+mn-ea"/>
                <a:cs typeface="+mn-cs"/>
              </a:rPr>
              <a:t>Determine con su equipo las 4 a 5 frases que fijen mejor los objetivos que Ud. persigue en el colegio en el corto plazo. </a:t>
            </a:r>
          </a:p>
        </p:txBody>
      </p:sp>
    </p:spTree>
    <p:extLst>
      <p:ext uri="{BB962C8B-B14F-4D97-AF65-F5344CB8AC3E}">
        <p14:creationId xmlns:p14="http://schemas.microsoft.com/office/powerpoint/2010/main" val="2169395575"/>
      </p:ext>
    </p:extLst>
  </p:cSld>
  <p:clrMapOvr>
    <a:masterClrMapping/>
  </p:clrMapOvr>
</p:sld>
</file>

<file path=ppt/theme/theme1.xml><?xml version="1.0" encoding="utf-8"?>
<a:theme xmlns:a="http://schemas.openxmlformats.org/drawingml/2006/main" name="3_Default - Diapositiva de título">
  <a:themeElements>
    <a:clrScheme name="Default - Diapositiva de títul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- Diapositiva de título">
      <a:majorFont>
        <a:latin typeface="Lucida Grande"/>
        <a:ea typeface="ヒラギノ角ゴ ProN W3"/>
        <a:cs typeface="ヒラギノ角ゴ ProN W3"/>
      </a:majorFont>
      <a:minorFont>
        <a:latin typeface="Lucida Grande"/>
        <a:ea typeface="ヒラギノ角ゴ ProN W3"/>
        <a:cs typeface="ヒラギノ角ゴ ProN W3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42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Gill Sans" charset="0"/>
            <a:ea typeface="ヒラギノ角ゴ ProN W3" charset="0"/>
            <a:cs typeface="ヒラギノ角ゴ ProN W3" charset="0"/>
            <a:sym typeface="Gill Sans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42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Gill Sans" charset="0"/>
            <a:ea typeface="ヒラギノ角ゴ ProN W3" charset="0"/>
            <a:cs typeface="ヒラギノ角ゴ ProN W3" charset="0"/>
            <a:sym typeface="Gill Sans" charset="0"/>
          </a:defRPr>
        </a:defPPr>
      </a:lstStyle>
    </a:lnDef>
  </a:objectDefaults>
  <a:extraClrSchemeLst>
    <a:extraClrScheme>
      <a:clrScheme name="Default - Diapositiva de títul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Default - Título y objetos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0000"/>
      </a:accent1>
      <a:accent2>
        <a:srgbClr val="333399"/>
      </a:accent2>
      <a:accent3>
        <a:srgbClr val="FFFFFF"/>
      </a:accent3>
      <a:accent4>
        <a:srgbClr val="000000"/>
      </a:accent4>
      <a:accent5>
        <a:srgbClr val="AAAAAA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- Título y objetos">
      <a:majorFont>
        <a:latin typeface="Lucida Grande"/>
        <a:ea typeface="ヒラギノ角ゴ ProN W3"/>
        <a:cs typeface="ヒラギノ角ゴ ProN W3"/>
      </a:majorFont>
      <a:minorFont>
        <a:latin typeface="Lucida Grande"/>
        <a:ea typeface="ヒラギノ角ゴ ProN W3"/>
        <a:cs typeface="ヒラギノ角ゴ ProN W3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42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Gill Sans" charset="0"/>
            <a:ea typeface="ヒラギノ角ゴ ProN W3" charset="0"/>
            <a:cs typeface="ヒラギノ角ゴ ProN W3" charset="0"/>
            <a:sym typeface="Gill Sans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42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Gill Sans" charset="0"/>
            <a:ea typeface="ヒラギノ角ゴ ProN W3" charset="0"/>
            <a:cs typeface="ヒラギノ角ゴ ProN W3" charset="0"/>
            <a:sym typeface="Gill Sans" charset="0"/>
          </a:defRPr>
        </a:defPPr>
      </a:lstStyle>
    </a:lnDef>
  </a:objectDefaults>
  <a:extraClrSchemeLst>
    <a:extraClrScheme>
      <a:clrScheme name="Default - Título y objetos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2_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181717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1_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6">
      <a:majorFont>
        <a:latin typeface="Montserrat ExtraBold"/>
        <a:ea typeface=""/>
        <a:cs typeface=""/>
      </a:majorFont>
      <a:minorFont>
        <a:latin typeface="Montserra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3" id="{F833FEBF-3CC7-43EA-8EB0-58FE89B95154}" vid="{AB5B98BC-7922-4CFE-AAE7-C75E7C8DEBA0}"/>
    </a:ext>
  </a:extLst>
</a:theme>
</file>

<file path=ppt/theme/theme7.xml><?xml version="1.0" encoding="utf-8"?>
<a:theme xmlns:a="http://schemas.openxmlformats.org/drawingml/2006/main" name="3_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5174</TotalTime>
  <Words>3068</Words>
  <Application>Microsoft Macintosh PowerPoint</Application>
  <PresentationFormat>Panorámica</PresentationFormat>
  <Paragraphs>375</Paragraphs>
  <Slides>44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15</vt:i4>
      </vt:variant>
      <vt:variant>
        <vt:lpstr>Tema</vt:lpstr>
      </vt:variant>
      <vt:variant>
        <vt:i4>7</vt:i4>
      </vt:variant>
      <vt:variant>
        <vt:lpstr>Títulos de diapositiva</vt:lpstr>
      </vt:variant>
      <vt:variant>
        <vt:i4>44</vt:i4>
      </vt:variant>
    </vt:vector>
  </HeadingPairs>
  <TitlesOfParts>
    <vt:vector size="66" baseType="lpstr">
      <vt:lpstr>Abadi Extra Light</vt:lpstr>
      <vt:lpstr>arial</vt:lpstr>
      <vt:lpstr>arial</vt:lpstr>
      <vt:lpstr>Calibri</vt:lpstr>
      <vt:lpstr>Calibri Light</vt:lpstr>
      <vt:lpstr>Gill Sans</vt:lpstr>
      <vt:lpstr>Gotham</vt:lpstr>
      <vt:lpstr>Gotham Book</vt:lpstr>
      <vt:lpstr>Gotham Regular</vt:lpstr>
      <vt:lpstr>Lao Sangam MN</vt:lpstr>
      <vt:lpstr>Lucida Grande</vt:lpstr>
      <vt:lpstr>Montserrat</vt:lpstr>
      <vt:lpstr>Montserrat ExtraBold</vt:lpstr>
      <vt:lpstr>Raleway</vt:lpstr>
      <vt:lpstr>Source Code Pro Medium</vt:lpstr>
      <vt:lpstr>3_Default - Diapositiva de título</vt:lpstr>
      <vt:lpstr>Default - Título y objetos</vt:lpstr>
      <vt:lpstr>Tema de Office</vt:lpstr>
      <vt:lpstr>2_Tema de Office</vt:lpstr>
      <vt:lpstr>1_Tema de Office</vt:lpstr>
      <vt:lpstr>1_Office Theme</vt:lpstr>
      <vt:lpstr>3_Tema de Office</vt:lpstr>
      <vt:lpstr>VIRALIZA VENTURE STUDIO UINN Programa de financiamiento especializado para startups. </vt:lpstr>
      <vt:lpstr>Presentación de PowerPoint</vt:lpstr>
      <vt:lpstr>Objetivos y resultados clave</vt:lpstr>
      <vt:lpstr>[ ¿Qué son los OKRs? ]</vt:lpstr>
      <vt:lpstr>OKRS / Objectives and Key Results Objetivos y resultados claves</vt:lpstr>
      <vt:lpstr>Presentación de PowerPoint</vt:lpstr>
      <vt:lpstr>Presentación de PowerPoint</vt:lpstr>
      <vt:lpstr>Presentación de PowerPoint</vt:lpstr>
      <vt:lpstr>Foco</vt:lpstr>
      <vt:lpstr>4 superpoderes de los OKRs</vt:lpstr>
      <vt:lpstr>Presentación de PowerPoint</vt:lpstr>
      <vt:lpstr>Presentación de PowerPoint</vt:lpstr>
      <vt:lpstr>Los objetivos deben ser específicos, fuertes y agresivos</vt:lpstr>
      <vt:lpstr>Presentación de PowerPoint</vt:lpstr>
      <vt:lpstr>Presentación de PowerPoint</vt:lpstr>
      <vt:lpstr>Presentación de PowerPoint</vt:lpstr>
      <vt:lpstr>Personas</vt:lpstr>
      <vt:lpstr>4 superpoderes de los OKRs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EJERCICIO #1 OKRs Armemos una fiesta de matrimonio genial</vt:lpstr>
      <vt:lpstr>Presentación de PowerPoint</vt:lpstr>
      <vt:lpstr>Presentación de PowerPoint</vt:lpstr>
      <vt:lpstr>Discutir frases</vt:lpstr>
      <vt:lpstr>Presentación de PowerPoint</vt:lpstr>
      <vt:lpstr>Seguimiento</vt:lpstr>
      <vt:lpstr>4 superpoderes de los OKRs</vt:lpstr>
      <vt:lpstr>Presentación de PowerPoint</vt:lpstr>
      <vt:lpstr>Presentación de PowerPoint</vt:lpstr>
      <vt:lpstr>Presentación de PowerPoint</vt:lpstr>
      <vt:lpstr>Desafíos</vt:lpstr>
      <vt:lpstr>4 superpoderes de los OKRs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EJERCICIO #2 OKRs Potenciando el colegio de mis hijos</vt:lpstr>
      <vt:lpstr>Discutir la deconstrucción de objetivos en resultados clave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Estrategia competitiva y tecnológica Introducción al logro de ventajas competitivas 1er Módulo</dc:title>
  <dc:creator>Inti Nuñez</dc:creator>
  <cp:lastModifiedBy>Inti Nuñez</cp:lastModifiedBy>
  <cp:revision>47</cp:revision>
  <dcterms:created xsi:type="dcterms:W3CDTF">2020-04-14T23:33:15Z</dcterms:created>
  <dcterms:modified xsi:type="dcterms:W3CDTF">2026-03-05T12:37:15Z</dcterms:modified>
</cp:coreProperties>
</file>